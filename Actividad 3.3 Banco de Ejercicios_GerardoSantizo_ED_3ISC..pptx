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6" r:id="rId3"/>
    <p:sldId id="277" r:id="rId4"/>
    <p:sldId id="278" r:id="rId5"/>
    <p:sldId id="279" r:id="rId6"/>
    <p:sldId id="280" r:id="rId7"/>
    <p:sldId id="293" r:id="rId8"/>
    <p:sldId id="305" r:id="rId9"/>
    <p:sldId id="306" r:id="rId10"/>
    <p:sldId id="307" r:id="rId11"/>
    <p:sldId id="308" r:id="rId12"/>
    <p:sldId id="309" r:id="rId13"/>
    <p:sldId id="310" r:id="rId14"/>
    <p:sldId id="312" r:id="rId15"/>
    <p:sldId id="313" r:id="rId16"/>
    <p:sldId id="314" r:id="rId17"/>
    <p:sldId id="315" r:id="rId18"/>
    <p:sldId id="294" r:id="rId19"/>
    <p:sldId id="295" r:id="rId20"/>
    <p:sldId id="296" r:id="rId21"/>
    <p:sldId id="317" r:id="rId22"/>
    <p:sldId id="328" r:id="rId23"/>
    <p:sldId id="319" r:id="rId24"/>
    <p:sldId id="320" r:id="rId25"/>
    <p:sldId id="321" r:id="rId26"/>
    <p:sldId id="322" r:id="rId27"/>
    <p:sldId id="323" r:id="rId28"/>
    <p:sldId id="273" r:id="rId29"/>
    <p:sldId id="275" r:id="rId3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93F18D-707F-4EB7-835E-60DF3F85DAFE}" v="66" dt="2026-10-09T00:14:28.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710" autoAdjust="0"/>
  </p:normalViewPr>
  <p:slideViewPr>
    <p:cSldViewPr snapToGrid="0">
      <p:cViewPr>
        <p:scale>
          <a:sx n="85" d="100"/>
          <a:sy n="85" d="100"/>
        </p:scale>
        <p:origin x="590"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santizo" userId="45bfa019510e82aa" providerId="LiveId" clId="{DA08B045-3723-4FDC-9F04-993BCA8A7E60}"/>
    <pc:docChg chg="undo custSel addSld delSld modSld">
      <pc:chgData name="gerardo santizo" userId="45bfa019510e82aa" providerId="LiveId" clId="{DA08B045-3723-4FDC-9F04-993BCA8A7E60}" dt="2026-10-09T00:14:58.136" v="4070" actId="113"/>
      <pc:docMkLst>
        <pc:docMk/>
      </pc:docMkLst>
      <pc:sldChg chg="modSp mod">
        <pc:chgData name="gerardo santizo" userId="45bfa019510e82aa" providerId="LiveId" clId="{DA08B045-3723-4FDC-9F04-993BCA8A7E60}" dt="2026-09-11T01:59:55.695" v="446" actId="20577"/>
        <pc:sldMkLst>
          <pc:docMk/>
          <pc:sldMk cId="2695076025" sldId="257"/>
        </pc:sldMkLst>
        <pc:spChg chg="mod">
          <ac:chgData name="gerardo santizo" userId="45bfa019510e82aa" providerId="LiveId" clId="{DA08B045-3723-4FDC-9F04-993BCA8A7E60}" dt="2026-09-11T01:59:55.695" v="446" actId="20577"/>
          <ac:spMkLst>
            <pc:docMk/>
            <pc:sldMk cId="2695076025" sldId="257"/>
            <ac:spMk id="3" creationId="{112050AC-70CD-7D53-2601-4E5655F5C5C4}"/>
          </ac:spMkLst>
        </pc:spChg>
      </pc:sldChg>
      <pc:sldChg chg="addSp modSp new del mod">
        <pc:chgData name="gerardo santizo" userId="45bfa019510e82aa" providerId="LiveId" clId="{DA08B045-3723-4FDC-9F04-993BCA8A7E60}" dt="2026-10-08T02:15:01.527" v="1021" actId="47"/>
        <pc:sldMkLst>
          <pc:docMk/>
          <pc:sldMk cId="2922483469" sldId="258"/>
        </pc:sldMkLst>
      </pc:sldChg>
      <pc:sldChg chg="addSp modSp new del mod">
        <pc:chgData name="gerardo santizo" userId="45bfa019510e82aa" providerId="LiveId" clId="{DA08B045-3723-4FDC-9F04-993BCA8A7E60}" dt="2026-10-08T02:15:02.043" v="1022" actId="47"/>
        <pc:sldMkLst>
          <pc:docMk/>
          <pc:sldMk cId="1468395091" sldId="259"/>
        </pc:sldMkLst>
      </pc:sldChg>
      <pc:sldChg chg="addSp modSp new del mod">
        <pc:chgData name="gerardo santizo" userId="45bfa019510e82aa" providerId="LiveId" clId="{DA08B045-3723-4FDC-9F04-993BCA8A7E60}" dt="2026-10-08T02:15:02.492" v="1023" actId="47"/>
        <pc:sldMkLst>
          <pc:docMk/>
          <pc:sldMk cId="2781193885" sldId="261"/>
        </pc:sldMkLst>
      </pc:sldChg>
      <pc:sldChg chg="addSp delSp modSp new del mod">
        <pc:chgData name="gerardo santizo" userId="45bfa019510e82aa" providerId="LiveId" clId="{DA08B045-3723-4FDC-9F04-993BCA8A7E60}" dt="2026-10-08T02:15:02.743" v="1024" actId="47"/>
        <pc:sldMkLst>
          <pc:docMk/>
          <pc:sldMk cId="1647378817" sldId="262"/>
        </pc:sldMkLst>
      </pc:sldChg>
      <pc:sldChg chg="addSp modSp new del mod">
        <pc:chgData name="gerardo santizo" userId="45bfa019510e82aa" providerId="LiveId" clId="{DA08B045-3723-4FDC-9F04-993BCA8A7E60}" dt="2026-10-08T02:15:02.951" v="1025" actId="47"/>
        <pc:sldMkLst>
          <pc:docMk/>
          <pc:sldMk cId="464449504" sldId="266"/>
        </pc:sldMkLst>
      </pc:sldChg>
      <pc:sldChg chg="addSp modSp new del mod">
        <pc:chgData name="gerardo santizo" userId="45bfa019510e82aa" providerId="LiveId" clId="{DA08B045-3723-4FDC-9F04-993BCA8A7E60}" dt="2026-10-08T02:15:03.158" v="1026" actId="47"/>
        <pc:sldMkLst>
          <pc:docMk/>
          <pc:sldMk cId="3138583297" sldId="267"/>
        </pc:sldMkLst>
      </pc:sldChg>
      <pc:sldChg chg="addSp modSp new del mod">
        <pc:chgData name="gerardo santizo" userId="45bfa019510e82aa" providerId="LiveId" clId="{DA08B045-3723-4FDC-9F04-993BCA8A7E60}" dt="2026-10-08T02:15:03.383" v="1027" actId="47"/>
        <pc:sldMkLst>
          <pc:docMk/>
          <pc:sldMk cId="3300750029" sldId="268"/>
        </pc:sldMkLst>
      </pc:sldChg>
      <pc:sldChg chg="addSp modSp new del mod">
        <pc:chgData name="gerardo santizo" userId="45bfa019510e82aa" providerId="LiveId" clId="{DA08B045-3723-4FDC-9F04-993BCA8A7E60}" dt="2026-10-08T02:15:03.653" v="1028" actId="47"/>
        <pc:sldMkLst>
          <pc:docMk/>
          <pc:sldMk cId="1552797541" sldId="269"/>
        </pc:sldMkLst>
      </pc:sldChg>
      <pc:sldChg chg="addSp modSp new add del mod">
        <pc:chgData name="gerardo santizo" userId="45bfa019510e82aa" providerId="LiveId" clId="{DA08B045-3723-4FDC-9F04-993BCA8A7E60}" dt="2026-10-09T00:14:40.663" v="4067" actId="113"/>
        <pc:sldMkLst>
          <pc:docMk/>
          <pc:sldMk cId="4284548567" sldId="273"/>
        </pc:sldMkLst>
        <pc:spChg chg="add mod">
          <ac:chgData name="gerardo santizo" userId="45bfa019510e82aa" providerId="LiveId" clId="{DA08B045-3723-4FDC-9F04-993BCA8A7E60}" dt="2026-10-09T00:14:40.663" v="4067" actId="113"/>
          <ac:spMkLst>
            <pc:docMk/>
            <pc:sldMk cId="4284548567" sldId="273"/>
            <ac:spMk id="3" creationId="{9B16DE61-5DB8-627E-B216-6BBC991FE1E2}"/>
          </ac:spMkLst>
        </pc:spChg>
      </pc:sldChg>
      <pc:sldChg chg="addSp modSp new mod">
        <pc:chgData name="gerardo santizo" userId="45bfa019510e82aa" providerId="LiveId" clId="{DA08B045-3723-4FDC-9F04-993BCA8A7E60}" dt="2026-10-08T02:15:40.728" v="1034" actId="20577"/>
        <pc:sldMkLst>
          <pc:docMk/>
          <pc:sldMk cId="1550562595" sldId="275"/>
        </pc:sldMkLst>
        <pc:spChg chg="add mod">
          <ac:chgData name="gerardo santizo" userId="45bfa019510e82aa" providerId="LiveId" clId="{DA08B045-3723-4FDC-9F04-993BCA8A7E60}" dt="2026-10-08T02:15:40.728" v="1034" actId="20577"/>
          <ac:spMkLst>
            <pc:docMk/>
            <pc:sldMk cId="1550562595" sldId="275"/>
            <ac:spMk id="3" creationId="{086D3374-3F34-35EC-C8C3-55AF1C0B2A25}"/>
          </ac:spMkLst>
        </pc:spChg>
      </pc:sldChg>
      <pc:sldChg chg="addSp modSp new mod">
        <pc:chgData name="gerardo santizo" userId="45bfa019510e82aa" providerId="LiveId" clId="{DA08B045-3723-4FDC-9F04-993BCA8A7E60}" dt="2026-10-09T00:14:58.136" v="4070" actId="113"/>
        <pc:sldMkLst>
          <pc:docMk/>
          <pc:sldMk cId="1443924391" sldId="276"/>
        </pc:sldMkLst>
        <pc:spChg chg="add mod">
          <ac:chgData name="gerardo santizo" userId="45bfa019510e82aa" providerId="LiveId" clId="{DA08B045-3723-4FDC-9F04-993BCA8A7E60}" dt="2026-09-11T02:20:59.491" v="932" actId="1076"/>
          <ac:spMkLst>
            <pc:docMk/>
            <pc:sldMk cId="1443924391" sldId="276"/>
            <ac:spMk id="2" creationId="{07D9AF30-DCA7-BF1E-35CC-ACFC2B32C6AE}"/>
          </ac:spMkLst>
        </pc:spChg>
        <pc:spChg chg="add mod">
          <ac:chgData name="gerardo santizo" userId="45bfa019510e82aa" providerId="LiveId" clId="{DA08B045-3723-4FDC-9F04-993BCA8A7E60}" dt="2026-10-09T00:14:58.136" v="4070" actId="113"/>
          <ac:spMkLst>
            <pc:docMk/>
            <pc:sldMk cId="1443924391" sldId="276"/>
            <ac:spMk id="3" creationId="{04205F3B-F591-9335-0CBD-F57700682C65}"/>
          </ac:spMkLst>
        </pc:spChg>
      </pc:sldChg>
      <pc:sldChg chg="addSp modSp new mod">
        <pc:chgData name="gerardo santizo" userId="45bfa019510e82aa" providerId="LiveId" clId="{DA08B045-3723-4FDC-9F04-993BCA8A7E60}" dt="2026-10-09T00:13:18.035" v="4053" actId="2711"/>
        <pc:sldMkLst>
          <pc:docMk/>
          <pc:sldMk cId="125426760" sldId="277"/>
        </pc:sldMkLst>
        <pc:spChg chg="add mod">
          <ac:chgData name="gerardo santizo" userId="45bfa019510e82aa" providerId="LiveId" clId="{DA08B045-3723-4FDC-9F04-993BCA8A7E60}" dt="2026-09-11T02:21:32.143" v="954" actId="1076"/>
          <ac:spMkLst>
            <pc:docMk/>
            <pc:sldMk cId="125426760" sldId="277"/>
            <ac:spMk id="2" creationId="{C707A07E-70E3-72EF-B121-CDFFBA257038}"/>
          </ac:spMkLst>
        </pc:spChg>
        <pc:spChg chg="add mod">
          <ac:chgData name="gerardo santizo" userId="45bfa019510e82aa" providerId="LiveId" clId="{DA08B045-3723-4FDC-9F04-993BCA8A7E60}" dt="2026-10-09T00:13:18.035" v="4053" actId="2711"/>
          <ac:spMkLst>
            <pc:docMk/>
            <pc:sldMk cId="125426760" sldId="277"/>
            <ac:spMk id="3" creationId="{28178E6F-B76B-DD57-4779-3F707D4E83C3}"/>
          </ac:spMkLst>
        </pc:spChg>
      </pc:sldChg>
      <pc:sldChg chg="addSp modSp new mod">
        <pc:chgData name="gerardo santizo" userId="45bfa019510e82aa" providerId="LiveId" clId="{DA08B045-3723-4FDC-9F04-993BCA8A7E60}" dt="2026-10-08T05:19:56.685" v="1374" actId="20577"/>
        <pc:sldMkLst>
          <pc:docMk/>
          <pc:sldMk cId="2220444177" sldId="278"/>
        </pc:sldMkLst>
        <pc:spChg chg="add mod">
          <ac:chgData name="gerardo santizo" userId="45bfa019510e82aa" providerId="LiveId" clId="{DA08B045-3723-4FDC-9F04-993BCA8A7E60}" dt="2026-10-08T05:19:56.685" v="1374" actId="20577"/>
          <ac:spMkLst>
            <pc:docMk/>
            <pc:sldMk cId="2220444177" sldId="278"/>
            <ac:spMk id="8" creationId="{E1ADB8C8-415A-16BC-E8DA-80926DBFEE11}"/>
          </ac:spMkLst>
        </pc:spChg>
        <pc:picChg chg="add mod">
          <ac:chgData name="gerardo santizo" userId="45bfa019510e82aa" providerId="LiveId" clId="{DA08B045-3723-4FDC-9F04-993BCA8A7E60}" dt="2026-10-08T02:44:08.355" v="1160" actId="1076"/>
          <ac:picMkLst>
            <pc:docMk/>
            <pc:sldMk cId="2220444177" sldId="278"/>
            <ac:picMk id="3" creationId="{67704340-49CC-C18D-083D-A9175BDE0FCA}"/>
          </ac:picMkLst>
        </pc:picChg>
        <pc:cxnChg chg="add mod">
          <ac:chgData name="gerardo santizo" userId="45bfa019510e82aa" providerId="LiveId" clId="{DA08B045-3723-4FDC-9F04-993BCA8A7E60}" dt="2026-10-08T05:18:48.327" v="1281" actId="1076"/>
          <ac:cxnSpMkLst>
            <pc:docMk/>
            <pc:sldMk cId="2220444177" sldId="278"/>
            <ac:cxnSpMk id="2" creationId="{BB0CCD79-1C7A-3BF3-8A25-4D09C92C2584}"/>
          </ac:cxnSpMkLst>
        </pc:cxnChg>
        <pc:cxnChg chg="add mod">
          <ac:chgData name="gerardo santizo" userId="45bfa019510e82aa" providerId="LiveId" clId="{DA08B045-3723-4FDC-9F04-993BCA8A7E60}" dt="2026-10-08T05:18:55.734" v="1284" actId="14100"/>
          <ac:cxnSpMkLst>
            <pc:docMk/>
            <pc:sldMk cId="2220444177" sldId="278"/>
            <ac:cxnSpMk id="5" creationId="{8985CBBB-6012-A92A-A3C9-F56C86CC9A11}"/>
          </ac:cxnSpMkLst>
        </pc:cxnChg>
        <pc:cxnChg chg="add mod">
          <ac:chgData name="gerardo santizo" userId="45bfa019510e82aa" providerId="LiveId" clId="{DA08B045-3723-4FDC-9F04-993BCA8A7E60}" dt="2026-10-08T05:19:36.641" v="1353" actId="14100"/>
          <ac:cxnSpMkLst>
            <pc:docMk/>
            <pc:sldMk cId="2220444177" sldId="278"/>
            <ac:cxnSpMk id="9" creationId="{2078356B-CCE7-7818-F9B3-9D10B0CE1965}"/>
          </ac:cxnSpMkLst>
        </pc:cxnChg>
      </pc:sldChg>
      <pc:sldChg chg="addSp modSp new mod">
        <pc:chgData name="gerardo santizo" userId="45bfa019510e82aa" providerId="LiveId" clId="{DA08B045-3723-4FDC-9F04-993BCA8A7E60}" dt="2026-10-08T05:21:54.181" v="1517" actId="20577"/>
        <pc:sldMkLst>
          <pc:docMk/>
          <pc:sldMk cId="4157755376" sldId="279"/>
        </pc:sldMkLst>
        <pc:spChg chg="add mod">
          <ac:chgData name="gerardo santizo" userId="45bfa019510e82aa" providerId="LiveId" clId="{DA08B045-3723-4FDC-9F04-993BCA8A7E60}" dt="2026-10-08T05:21:06.468" v="1467" actId="20577"/>
          <ac:spMkLst>
            <pc:docMk/>
            <pc:sldMk cId="4157755376" sldId="279"/>
            <ac:spMk id="5" creationId="{A07188A4-D8A8-A9E4-A6D2-9BDFC2283D7A}"/>
          </ac:spMkLst>
        </pc:spChg>
        <pc:spChg chg="add mod">
          <ac:chgData name="gerardo santizo" userId="45bfa019510e82aa" providerId="LiveId" clId="{DA08B045-3723-4FDC-9F04-993BCA8A7E60}" dt="2026-10-08T05:21:54.181" v="1517" actId="20577"/>
          <ac:spMkLst>
            <pc:docMk/>
            <pc:sldMk cId="4157755376" sldId="279"/>
            <ac:spMk id="10" creationId="{0FDEA4B5-1616-2FA4-8338-80A98E30A582}"/>
          </ac:spMkLst>
        </pc:spChg>
        <pc:picChg chg="add mod">
          <ac:chgData name="gerardo santizo" userId="45bfa019510e82aa" providerId="LiveId" clId="{DA08B045-3723-4FDC-9F04-993BCA8A7E60}" dt="2026-10-08T02:44:13.126" v="1163" actId="1076"/>
          <ac:picMkLst>
            <pc:docMk/>
            <pc:sldMk cId="4157755376" sldId="279"/>
            <ac:picMk id="3" creationId="{B778EB68-ADDF-AB56-7A98-36FA96AD1B2D}"/>
          </ac:picMkLst>
        </pc:picChg>
        <pc:cxnChg chg="add mod">
          <ac:chgData name="gerardo santizo" userId="45bfa019510e82aa" providerId="LiveId" clId="{DA08B045-3723-4FDC-9F04-993BCA8A7E60}" dt="2026-10-08T05:20:57.825" v="1459" actId="14100"/>
          <ac:cxnSpMkLst>
            <pc:docMk/>
            <pc:sldMk cId="4157755376" sldId="279"/>
            <ac:cxnSpMk id="2" creationId="{1E370C7B-539F-86D0-065A-4696CF74E8DC}"/>
          </ac:cxnSpMkLst>
        </pc:cxnChg>
        <pc:cxnChg chg="add mod">
          <ac:chgData name="gerardo santizo" userId="45bfa019510e82aa" providerId="LiveId" clId="{DA08B045-3723-4FDC-9F04-993BCA8A7E60}" dt="2026-10-08T05:21:14.589" v="1470" actId="14100"/>
          <ac:cxnSpMkLst>
            <pc:docMk/>
            <pc:sldMk cId="4157755376" sldId="279"/>
            <ac:cxnSpMk id="7" creationId="{53F6EA91-1BFA-BAB8-C1BB-69249F18CE72}"/>
          </ac:cxnSpMkLst>
        </pc:cxnChg>
      </pc:sldChg>
      <pc:sldChg chg="addSp delSp modSp new mod">
        <pc:chgData name="gerardo santizo" userId="45bfa019510e82aa" providerId="LiveId" clId="{DA08B045-3723-4FDC-9F04-993BCA8A7E60}" dt="2026-10-08T17:59:22.797" v="1678" actId="1076"/>
        <pc:sldMkLst>
          <pc:docMk/>
          <pc:sldMk cId="682851668" sldId="280"/>
        </pc:sldMkLst>
        <pc:spChg chg="add del mod">
          <ac:chgData name="gerardo santizo" userId="45bfa019510e82aa" providerId="LiveId" clId="{DA08B045-3723-4FDC-9F04-993BCA8A7E60}" dt="2026-10-08T17:55:33.512" v="1522"/>
          <ac:spMkLst>
            <pc:docMk/>
            <pc:sldMk cId="682851668" sldId="280"/>
            <ac:spMk id="2" creationId="{5AF6F681-9297-C5AC-2990-435E91E3F13F}"/>
          </ac:spMkLst>
        </pc:spChg>
        <pc:spChg chg="add mod">
          <ac:chgData name="gerardo santizo" userId="45bfa019510e82aa" providerId="LiveId" clId="{DA08B045-3723-4FDC-9F04-993BCA8A7E60}" dt="2026-10-08T17:56:09.785" v="1599" actId="5793"/>
          <ac:spMkLst>
            <pc:docMk/>
            <pc:sldMk cId="682851668" sldId="280"/>
            <ac:spMk id="4" creationId="{CFD4ED83-E4A7-7645-5C9E-BF18DCD46B92}"/>
          </ac:spMkLst>
        </pc:spChg>
        <pc:spChg chg="add mod">
          <ac:chgData name="gerardo santizo" userId="45bfa019510e82aa" providerId="LiveId" clId="{DA08B045-3723-4FDC-9F04-993BCA8A7E60}" dt="2026-10-08T17:59:22.797" v="1678" actId="1076"/>
          <ac:spMkLst>
            <pc:docMk/>
            <pc:sldMk cId="682851668" sldId="280"/>
            <ac:spMk id="6" creationId="{458CDEC2-3527-2AD0-504E-1084A8EFFA6D}"/>
          </ac:spMkLst>
        </pc:spChg>
        <pc:picChg chg="add mod">
          <ac:chgData name="gerardo santizo" userId="45bfa019510e82aa" providerId="LiveId" clId="{DA08B045-3723-4FDC-9F04-993BCA8A7E60}" dt="2026-10-08T02:16:58.658" v="1074" actId="1076"/>
          <ac:picMkLst>
            <pc:docMk/>
            <pc:sldMk cId="682851668" sldId="280"/>
            <ac:picMk id="3" creationId="{FF9EFD90-D92A-9CD6-1FF7-FB1BB1709B83}"/>
          </ac:picMkLst>
        </pc:picChg>
        <pc:picChg chg="add mod">
          <ac:chgData name="gerardo santizo" userId="45bfa019510e82aa" providerId="LiveId" clId="{DA08B045-3723-4FDC-9F04-993BCA8A7E60}" dt="2026-10-08T02:17:00.195" v="1075" actId="1076"/>
          <ac:picMkLst>
            <pc:docMk/>
            <pc:sldMk cId="682851668" sldId="280"/>
            <ac:picMk id="5" creationId="{3FF10468-CC2C-066C-2EC0-6D1D433ACE10}"/>
          </ac:picMkLst>
        </pc:picChg>
      </pc:sldChg>
      <pc:sldChg chg="addSp modSp new del mod">
        <pc:chgData name="gerardo santizo" userId="45bfa019510e82aa" providerId="LiveId" clId="{DA08B045-3723-4FDC-9F04-993BCA8A7E60}" dt="2026-10-08T02:36:31.829" v="1107" actId="47"/>
        <pc:sldMkLst>
          <pc:docMk/>
          <pc:sldMk cId="2907415463" sldId="281"/>
        </pc:sldMkLst>
        <pc:picChg chg="add mod">
          <ac:chgData name="gerardo santizo" userId="45bfa019510e82aa" providerId="LiveId" clId="{DA08B045-3723-4FDC-9F04-993BCA8A7E60}" dt="2026-10-08T02:17:45.530" v="1079" actId="1076"/>
          <ac:picMkLst>
            <pc:docMk/>
            <pc:sldMk cId="2907415463" sldId="281"/>
            <ac:picMk id="3" creationId="{42C26C90-3A38-8001-4705-E8EBFAB7274E}"/>
          </ac:picMkLst>
        </pc:picChg>
      </pc:sldChg>
      <pc:sldChg chg="addSp modSp new del mod">
        <pc:chgData name="gerardo santizo" userId="45bfa019510e82aa" providerId="LiveId" clId="{DA08B045-3723-4FDC-9F04-993BCA8A7E60}" dt="2026-10-08T02:36:32.214" v="1108" actId="47"/>
        <pc:sldMkLst>
          <pc:docMk/>
          <pc:sldMk cId="971496269" sldId="282"/>
        </pc:sldMkLst>
        <pc:picChg chg="add mod">
          <ac:chgData name="gerardo santizo" userId="45bfa019510e82aa" providerId="LiveId" clId="{DA08B045-3723-4FDC-9F04-993BCA8A7E60}" dt="2026-10-08T02:18:00.780" v="1082" actId="1076"/>
          <ac:picMkLst>
            <pc:docMk/>
            <pc:sldMk cId="971496269" sldId="282"/>
            <ac:picMk id="3" creationId="{7BF92C8F-BE5F-05F8-DBB9-DF8DC1EDE1F0}"/>
          </ac:picMkLst>
        </pc:picChg>
      </pc:sldChg>
      <pc:sldChg chg="addSp modSp new del mod">
        <pc:chgData name="gerardo santizo" userId="45bfa019510e82aa" providerId="LiveId" clId="{DA08B045-3723-4FDC-9F04-993BCA8A7E60}" dt="2026-10-08T02:36:32.500" v="1109" actId="47"/>
        <pc:sldMkLst>
          <pc:docMk/>
          <pc:sldMk cId="2088961029" sldId="283"/>
        </pc:sldMkLst>
        <pc:picChg chg="add mod">
          <ac:chgData name="gerardo santizo" userId="45bfa019510e82aa" providerId="LiveId" clId="{DA08B045-3723-4FDC-9F04-993BCA8A7E60}" dt="2026-10-08T02:19:21.009" v="1085" actId="1076"/>
          <ac:picMkLst>
            <pc:docMk/>
            <pc:sldMk cId="2088961029" sldId="283"/>
            <ac:picMk id="3" creationId="{8BFBE5C5-6E89-CC29-59FE-698141695E03}"/>
          </ac:picMkLst>
        </pc:picChg>
      </pc:sldChg>
      <pc:sldChg chg="addSp modSp new del mod">
        <pc:chgData name="gerardo santizo" userId="45bfa019510e82aa" providerId="LiveId" clId="{DA08B045-3723-4FDC-9F04-993BCA8A7E60}" dt="2026-10-08T02:36:32.718" v="1110" actId="47"/>
        <pc:sldMkLst>
          <pc:docMk/>
          <pc:sldMk cId="1599736056" sldId="284"/>
        </pc:sldMkLst>
        <pc:picChg chg="add mod">
          <ac:chgData name="gerardo santizo" userId="45bfa019510e82aa" providerId="LiveId" clId="{DA08B045-3723-4FDC-9F04-993BCA8A7E60}" dt="2026-10-08T02:19:31.678" v="1088" actId="1076"/>
          <ac:picMkLst>
            <pc:docMk/>
            <pc:sldMk cId="1599736056" sldId="284"/>
            <ac:picMk id="3" creationId="{C17581E1-067E-E602-A464-534BADC369FF}"/>
          </ac:picMkLst>
        </pc:picChg>
      </pc:sldChg>
      <pc:sldChg chg="addSp modSp new del mod">
        <pc:chgData name="gerardo santizo" userId="45bfa019510e82aa" providerId="LiveId" clId="{DA08B045-3723-4FDC-9F04-993BCA8A7E60}" dt="2026-10-08T02:36:32.926" v="1111" actId="47"/>
        <pc:sldMkLst>
          <pc:docMk/>
          <pc:sldMk cId="470770815" sldId="285"/>
        </pc:sldMkLst>
        <pc:picChg chg="add mod">
          <ac:chgData name="gerardo santizo" userId="45bfa019510e82aa" providerId="LiveId" clId="{DA08B045-3723-4FDC-9F04-993BCA8A7E60}" dt="2026-10-08T02:20:00.532" v="1091" actId="1076"/>
          <ac:picMkLst>
            <pc:docMk/>
            <pc:sldMk cId="470770815" sldId="285"/>
            <ac:picMk id="3" creationId="{3CA2B99B-DB74-3F05-0619-490D63C2045E}"/>
          </ac:picMkLst>
        </pc:picChg>
      </pc:sldChg>
      <pc:sldChg chg="addSp modSp new del mod">
        <pc:chgData name="gerardo santizo" userId="45bfa019510e82aa" providerId="LiveId" clId="{DA08B045-3723-4FDC-9F04-993BCA8A7E60}" dt="2026-10-08T02:36:33.182" v="1112" actId="47"/>
        <pc:sldMkLst>
          <pc:docMk/>
          <pc:sldMk cId="3609342284" sldId="286"/>
        </pc:sldMkLst>
        <pc:picChg chg="add mod">
          <ac:chgData name="gerardo santizo" userId="45bfa019510e82aa" providerId="LiveId" clId="{DA08B045-3723-4FDC-9F04-993BCA8A7E60}" dt="2026-10-08T02:20:11.309" v="1094" actId="1076"/>
          <ac:picMkLst>
            <pc:docMk/>
            <pc:sldMk cId="3609342284" sldId="286"/>
            <ac:picMk id="3" creationId="{95A20AE3-25BE-6A10-88EF-E07E969D374C}"/>
          </ac:picMkLst>
        </pc:picChg>
      </pc:sldChg>
      <pc:sldChg chg="addSp modSp new del mod">
        <pc:chgData name="gerardo santizo" userId="45bfa019510e82aa" providerId="LiveId" clId="{DA08B045-3723-4FDC-9F04-993BCA8A7E60}" dt="2026-10-08T02:36:33.503" v="1113" actId="47"/>
        <pc:sldMkLst>
          <pc:docMk/>
          <pc:sldMk cId="2651013714" sldId="287"/>
        </pc:sldMkLst>
        <pc:picChg chg="add mod">
          <ac:chgData name="gerardo santizo" userId="45bfa019510e82aa" providerId="LiveId" clId="{DA08B045-3723-4FDC-9F04-993BCA8A7E60}" dt="2026-10-08T02:20:23.241" v="1097" actId="1076"/>
          <ac:picMkLst>
            <pc:docMk/>
            <pc:sldMk cId="2651013714" sldId="287"/>
            <ac:picMk id="3" creationId="{513322D9-B114-73F9-7D89-DBE1F9505822}"/>
          </ac:picMkLst>
        </pc:picChg>
      </pc:sldChg>
      <pc:sldChg chg="addSp modSp new del mod">
        <pc:chgData name="gerardo santizo" userId="45bfa019510e82aa" providerId="LiveId" clId="{DA08B045-3723-4FDC-9F04-993BCA8A7E60}" dt="2026-10-08T02:36:33.789" v="1114" actId="47"/>
        <pc:sldMkLst>
          <pc:docMk/>
          <pc:sldMk cId="1289161230" sldId="288"/>
        </pc:sldMkLst>
        <pc:picChg chg="add mod">
          <ac:chgData name="gerardo santizo" userId="45bfa019510e82aa" providerId="LiveId" clId="{DA08B045-3723-4FDC-9F04-993BCA8A7E60}" dt="2026-10-08T02:21:19.944" v="1100" actId="1076"/>
          <ac:picMkLst>
            <pc:docMk/>
            <pc:sldMk cId="1289161230" sldId="288"/>
            <ac:picMk id="3" creationId="{E5657CFB-B256-3C52-1FFB-2CF10F3771B3}"/>
          </ac:picMkLst>
        </pc:picChg>
      </pc:sldChg>
      <pc:sldChg chg="addSp modSp new del mod">
        <pc:chgData name="gerardo santizo" userId="45bfa019510e82aa" providerId="LiveId" clId="{DA08B045-3723-4FDC-9F04-993BCA8A7E60}" dt="2026-10-08T02:36:34.076" v="1115" actId="47"/>
        <pc:sldMkLst>
          <pc:docMk/>
          <pc:sldMk cId="1399180005" sldId="289"/>
        </pc:sldMkLst>
        <pc:picChg chg="add mod">
          <ac:chgData name="gerardo santizo" userId="45bfa019510e82aa" providerId="LiveId" clId="{DA08B045-3723-4FDC-9F04-993BCA8A7E60}" dt="2026-10-08T02:21:36.364" v="1103" actId="1076"/>
          <ac:picMkLst>
            <pc:docMk/>
            <pc:sldMk cId="1399180005" sldId="289"/>
            <ac:picMk id="3" creationId="{34F951D2-A267-E577-6562-948FE22D4E14}"/>
          </ac:picMkLst>
        </pc:picChg>
      </pc:sldChg>
      <pc:sldChg chg="addSp modSp new del mod">
        <pc:chgData name="gerardo santizo" userId="45bfa019510e82aa" providerId="LiveId" clId="{DA08B045-3723-4FDC-9F04-993BCA8A7E60}" dt="2026-10-08T02:36:34.380" v="1116" actId="47"/>
        <pc:sldMkLst>
          <pc:docMk/>
          <pc:sldMk cId="2019013248" sldId="290"/>
        </pc:sldMkLst>
        <pc:picChg chg="add mod">
          <ac:chgData name="gerardo santizo" userId="45bfa019510e82aa" providerId="LiveId" clId="{DA08B045-3723-4FDC-9F04-993BCA8A7E60}" dt="2026-10-08T02:21:50.881" v="1106" actId="1076"/>
          <ac:picMkLst>
            <pc:docMk/>
            <pc:sldMk cId="2019013248" sldId="290"/>
            <ac:picMk id="3" creationId="{64FF18D6-313C-95E0-B82A-793B9E039E75}"/>
          </ac:picMkLst>
        </pc:picChg>
      </pc:sldChg>
      <pc:sldChg chg="new del">
        <pc:chgData name="gerardo santizo" userId="45bfa019510e82aa" providerId="LiveId" clId="{DA08B045-3723-4FDC-9F04-993BCA8A7E60}" dt="2026-10-08T02:36:34.765" v="1117" actId="47"/>
        <pc:sldMkLst>
          <pc:docMk/>
          <pc:sldMk cId="2934586494" sldId="291"/>
        </pc:sldMkLst>
      </pc:sldChg>
      <pc:sldChg chg="new del">
        <pc:chgData name="gerardo santizo" userId="45bfa019510e82aa" providerId="LiveId" clId="{DA08B045-3723-4FDC-9F04-993BCA8A7E60}" dt="2026-10-08T02:36:35.612" v="1118" actId="47"/>
        <pc:sldMkLst>
          <pc:docMk/>
          <pc:sldMk cId="3515692150" sldId="292"/>
        </pc:sldMkLst>
      </pc:sldChg>
      <pc:sldChg chg="addSp modSp new mod">
        <pc:chgData name="gerardo santizo" userId="45bfa019510e82aa" providerId="LiveId" clId="{DA08B045-3723-4FDC-9F04-993BCA8A7E60}" dt="2026-10-08T18:00:28.188" v="1750" actId="20577"/>
        <pc:sldMkLst>
          <pc:docMk/>
          <pc:sldMk cId="1024644057" sldId="293"/>
        </pc:sldMkLst>
        <pc:spChg chg="add mod">
          <ac:chgData name="gerardo santizo" userId="45bfa019510e82aa" providerId="LiveId" clId="{DA08B045-3723-4FDC-9F04-993BCA8A7E60}" dt="2026-10-08T18:00:28.188" v="1750" actId="20577"/>
          <ac:spMkLst>
            <pc:docMk/>
            <pc:sldMk cId="1024644057" sldId="293"/>
            <ac:spMk id="2" creationId="{E0B15643-F6A7-C270-B7B1-6765ACC11D90}"/>
          </ac:spMkLst>
        </pc:spChg>
        <pc:picChg chg="add mod">
          <ac:chgData name="gerardo santizo" userId="45bfa019510e82aa" providerId="LiveId" clId="{DA08B045-3723-4FDC-9F04-993BCA8A7E60}" dt="2026-10-08T02:37:02.445" v="1132" actId="1076"/>
          <ac:picMkLst>
            <pc:docMk/>
            <pc:sldMk cId="1024644057" sldId="293"/>
            <ac:picMk id="3" creationId="{428371AF-F3F5-A224-39B8-7653B532EC19}"/>
          </ac:picMkLst>
        </pc:picChg>
      </pc:sldChg>
      <pc:sldChg chg="addSp delSp modSp new mod">
        <pc:chgData name="gerardo santizo" userId="45bfa019510e82aa" providerId="LiveId" clId="{DA08B045-3723-4FDC-9F04-993BCA8A7E60}" dt="2026-10-08T23:44:26.191" v="2731" actId="14100"/>
        <pc:sldMkLst>
          <pc:docMk/>
          <pc:sldMk cId="1910940271" sldId="294"/>
        </pc:sldMkLst>
        <pc:spChg chg="add mod">
          <ac:chgData name="gerardo santizo" userId="45bfa019510e82aa" providerId="LiveId" clId="{DA08B045-3723-4FDC-9F04-993BCA8A7E60}" dt="2026-10-08T23:43:31.408" v="2696" actId="20577"/>
          <ac:spMkLst>
            <pc:docMk/>
            <pc:sldMk cId="1910940271" sldId="294"/>
            <ac:spMk id="2" creationId="{6E157116-9EED-795F-3E50-1857FB02EA58}"/>
          </ac:spMkLst>
        </pc:spChg>
        <pc:spChg chg="add mod">
          <ac:chgData name="gerardo santizo" userId="45bfa019510e82aa" providerId="LiveId" clId="{DA08B045-3723-4FDC-9F04-993BCA8A7E60}" dt="2026-10-08T23:43:45.345" v="2725" actId="20577"/>
          <ac:spMkLst>
            <pc:docMk/>
            <pc:sldMk cId="1910940271" sldId="294"/>
            <ac:spMk id="4" creationId="{9A6F2026-48F8-80E8-C12E-3694A0B7871C}"/>
          </ac:spMkLst>
        </pc:spChg>
        <pc:picChg chg="add mod">
          <ac:chgData name="gerardo santizo" userId="45bfa019510e82aa" providerId="LiveId" clId="{DA08B045-3723-4FDC-9F04-993BCA8A7E60}" dt="2026-10-08T03:06:16.220" v="1183" actId="14100"/>
          <ac:picMkLst>
            <pc:docMk/>
            <pc:sldMk cId="1910940271" sldId="294"/>
            <ac:picMk id="3" creationId="{8D03060E-91B0-1685-2CEE-E2FDB3E0A649}"/>
          </ac:picMkLst>
        </pc:picChg>
        <pc:picChg chg="add mod">
          <ac:chgData name="gerardo santizo" userId="45bfa019510e82aa" providerId="LiveId" clId="{DA08B045-3723-4FDC-9F04-993BCA8A7E60}" dt="2026-10-08T03:06:14.028" v="1182" actId="14100"/>
          <ac:picMkLst>
            <pc:docMk/>
            <pc:sldMk cId="1910940271" sldId="294"/>
            <ac:picMk id="5" creationId="{57FEF679-894D-C792-B74A-0576F09D5B93}"/>
          </ac:picMkLst>
        </pc:picChg>
        <pc:picChg chg="add del mod">
          <ac:chgData name="gerardo santizo" userId="45bfa019510e82aa" providerId="LiveId" clId="{DA08B045-3723-4FDC-9F04-993BCA8A7E60}" dt="2026-10-08T03:06:51.466" v="1187" actId="478"/>
          <ac:picMkLst>
            <pc:docMk/>
            <pc:sldMk cId="1910940271" sldId="294"/>
            <ac:picMk id="7" creationId="{A5861D9A-C5AC-EBA9-C9A9-91BE065307E6}"/>
          </ac:picMkLst>
        </pc:picChg>
        <pc:cxnChg chg="add mod">
          <ac:chgData name="gerardo santizo" userId="45bfa019510e82aa" providerId="LiveId" clId="{DA08B045-3723-4FDC-9F04-993BCA8A7E60}" dt="2026-10-08T23:44:14.410" v="2728" actId="208"/>
          <ac:cxnSpMkLst>
            <pc:docMk/>
            <pc:sldMk cId="1910940271" sldId="294"/>
            <ac:cxnSpMk id="7" creationId="{B9CE9507-62A4-D456-F9B5-2B3A408696EA}"/>
          </ac:cxnSpMkLst>
        </pc:cxnChg>
        <pc:cxnChg chg="add mod">
          <ac:chgData name="gerardo santizo" userId="45bfa019510e82aa" providerId="LiveId" clId="{DA08B045-3723-4FDC-9F04-993BCA8A7E60}" dt="2026-10-08T23:44:26.191" v="2731" actId="14100"/>
          <ac:cxnSpMkLst>
            <pc:docMk/>
            <pc:sldMk cId="1910940271" sldId="294"/>
            <ac:cxnSpMk id="9" creationId="{44558DE5-CF25-5B61-FC5F-E6D623666133}"/>
          </ac:cxnSpMkLst>
        </pc:cxnChg>
      </pc:sldChg>
      <pc:sldChg chg="addSp modSp new mod">
        <pc:chgData name="gerardo santizo" userId="45bfa019510e82aa" providerId="LiveId" clId="{DA08B045-3723-4FDC-9F04-993BCA8A7E60}" dt="2026-10-08T23:45:18.096" v="2806" actId="14100"/>
        <pc:sldMkLst>
          <pc:docMk/>
          <pc:sldMk cId="4140723542" sldId="295"/>
        </pc:sldMkLst>
        <pc:spChg chg="add mod">
          <ac:chgData name="gerardo santizo" userId="45bfa019510e82aa" providerId="LiveId" clId="{DA08B045-3723-4FDC-9F04-993BCA8A7E60}" dt="2026-10-08T23:44:53.791" v="2785" actId="5793"/>
          <ac:spMkLst>
            <pc:docMk/>
            <pc:sldMk cId="4140723542" sldId="295"/>
            <ac:spMk id="2" creationId="{9CDCC9D4-E7EA-C1CB-7D12-C07A3A36F53C}"/>
          </ac:spMkLst>
        </pc:spChg>
        <pc:spChg chg="add mod">
          <ac:chgData name="gerardo santizo" userId="45bfa019510e82aa" providerId="LiveId" clId="{DA08B045-3723-4FDC-9F04-993BCA8A7E60}" dt="2026-10-08T23:45:01.030" v="2801" actId="20577"/>
          <ac:spMkLst>
            <pc:docMk/>
            <pc:sldMk cId="4140723542" sldId="295"/>
            <ac:spMk id="4" creationId="{6CB78797-5408-D8EF-7F5A-CD3FF10B4F33}"/>
          </ac:spMkLst>
        </pc:spChg>
        <pc:picChg chg="add mod">
          <ac:chgData name="gerardo santizo" userId="45bfa019510e82aa" providerId="LiveId" clId="{DA08B045-3723-4FDC-9F04-993BCA8A7E60}" dt="2026-10-08T03:07:28.059" v="1193" actId="14100"/>
          <ac:picMkLst>
            <pc:docMk/>
            <pc:sldMk cId="4140723542" sldId="295"/>
            <ac:picMk id="3" creationId="{C25988C4-70C9-ECF2-82CD-A8AD6EC24C75}"/>
          </ac:picMkLst>
        </pc:picChg>
        <pc:picChg chg="add mod">
          <ac:chgData name="gerardo santizo" userId="45bfa019510e82aa" providerId="LiveId" clId="{DA08B045-3723-4FDC-9F04-993BCA8A7E60}" dt="2026-10-08T03:07:26.030" v="1192" actId="14100"/>
          <ac:picMkLst>
            <pc:docMk/>
            <pc:sldMk cId="4140723542" sldId="295"/>
            <ac:picMk id="5" creationId="{2D86B107-C998-B0DE-147D-44B3BEFC1F83}"/>
          </ac:picMkLst>
        </pc:picChg>
        <pc:cxnChg chg="add mod">
          <ac:chgData name="gerardo santizo" userId="45bfa019510e82aa" providerId="LiveId" clId="{DA08B045-3723-4FDC-9F04-993BCA8A7E60}" dt="2026-10-08T23:45:08.622" v="2803" actId="14100"/>
          <ac:cxnSpMkLst>
            <pc:docMk/>
            <pc:sldMk cId="4140723542" sldId="295"/>
            <ac:cxnSpMk id="6" creationId="{797F5634-910E-9418-E99B-AD63D75C4426}"/>
          </ac:cxnSpMkLst>
        </pc:cxnChg>
        <pc:cxnChg chg="add mod">
          <ac:chgData name="gerardo santizo" userId="45bfa019510e82aa" providerId="LiveId" clId="{DA08B045-3723-4FDC-9F04-993BCA8A7E60}" dt="2026-10-08T23:45:18.096" v="2806" actId="14100"/>
          <ac:cxnSpMkLst>
            <pc:docMk/>
            <pc:sldMk cId="4140723542" sldId="295"/>
            <ac:cxnSpMk id="8" creationId="{69B1F293-C735-2811-89CC-9B69EF5E88E9}"/>
          </ac:cxnSpMkLst>
        </pc:cxnChg>
      </pc:sldChg>
      <pc:sldChg chg="addSp delSp modSp new mod">
        <pc:chgData name="gerardo santizo" userId="45bfa019510e82aa" providerId="LiveId" clId="{DA08B045-3723-4FDC-9F04-993BCA8A7E60}" dt="2026-10-08T23:46:48.739" v="2934" actId="313"/>
        <pc:sldMkLst>
          <pc:docMk/>
          <pc:sldMk cId="1911021880" sldId="296"/>
        </pc:sldMkLst>
        <pc:spChg chg="add mod">
          <ac:chgData name="gerardo santizo" userId="45bfa019510e82aa" providerId="LiveId" clId="{DA08B045-3723-4FDC-9F04-993BCA8A7E60}" dt="2026-10-08T23:45:56.763" v="2860" actId="20577"/>
          <ac:spMkLst>
            <pc:docMk/>
            <pc:sldMk cId="1911021880" sldId="296"/>
            <ac:spMk id="2" creationId="{766A406E-6150-9A7E-8D0F-321D4C0EF0C9}"/>
          </ac:spMkLst>
        </pc:spChg>
        <pc:spChg chg="add del mod">
          <ac:chgData name="gerardo santizo" userId="45bfa019510e82aa" providerId="LiveId" clId="{DA08B045-3723-4FDC-9F04-993BCA8A7E60}" dt="2026-10-08T23:46:00.784" v="2863"/>
          <ac:spMkLst>
            <pc:docMk/>
            <pc:sldMk cId="1911021880" sldId="296"/>
            <ac:spMk id="4" creationId="{0B464E87-4502-FBB2-1C0A-C7B8F029C44B}"/>
          </ac:spMkLst>
        </pc:spChg>
        <pc:spChg chg="add mod">
          <ac:chgData name="gerardo santizo" userId="45bfa019510e82aa" providerId="LiveId" clId="{DA08B045-3723-4FDC-9F04-993BCA8A7E60}" dt="2026-10-08T23:46:12.452" v="2888" actId="1076"/>
          <ac:spMkLst>
            <pc:docMk/>
            <pc:sldMk cId="1911021880" sldId="296"/>
            <ac:spMk id="6" creationId="{EA7C9E00-AE15-E4A7-B624-5394E5AB00B3}"/>
          </ac:spMkLst>
        </pc:spChg>
        <pc:spChg chg="add mod">
          <ac:chgData name="gerardo santizo" userId="45bfa019510e82aa" providerId="LiveId" clId="{DA08B045-3723-4FDC-9F04-993BCA8A7E60}" dt="2026-10-08T23:46:48.739" v="2934" actId="313"/>
          <ac:spMkLst>
            <pc:docMk/>
            <pc:sldMk cId="1911021880" sldId="296"/>
            <ac:spMk id="7" creationId="{C6919D8F-F74C-1FA1-8A1B-881DB754A876}"/>
          </ac:spMkLst>
        </pc:spChg>
        <pc:picChg chg="add mod">
          <ac:chgData name="gerardo santizo" userId="45bfa019510e82aa" providerId="LiveId" clId="{DA08B045-3723-4FDC-9F04-993BCA8A7E60}" dt="2026-10-08T03:08:54.778" v="1199" actId="14100"/>
          <ac:picMkLst>
            <pc:docMk/>
            <pc:sldMk cId="1911021880" sldId="296"/>
            <ac:picMk id="3" creationId="{22ADC2BC-6C9B-109B-C148-BF7729CF18B1}"/>
          </ac:picMkLst>
        </pc:picChg>
        <pc:picChg chg="add mod">
          <ac:chgData name="gerardo santizo" userId="45bfa019510e82aa" providerId="LiveId" clId="{DA08B045-3723-4FDC-9F04-993BCA8A7E60}" dt="2026-10-08T03:08:50.954" v="1197" actId="14100"/>
          <ac:picMkLst>
            <pc:docMk/>
            <pc:sldMk cId="1911021880" sldId="296"/>
            <ac:picMk id="5" creationId="{3DFCC7AF-4E95-950C-724C-F09E86948DB9}"/>
          </ac:picMkLst>
        </pc:picChg>
      </pc:sldChg>
      <pc:sldChg chg="new del">
        <pc:chgData name="gerardo santizo" userId="45bfa019510e82aa" providerId="LiveId" clId="{DA08B045-3723-4FDC-9F04-993BCA8A7E60}" dt="2026-10-08T03:09:16.309" v="1200" actId="47"/>
        <pc:sldMkLst>
          <pc:docMk/>
          <pc:sldMk cId="2508644717" sldId="297"/>
        </pc:sldMkLst>
      </pc:sldChg>
      <pc:sldChg chg="new del">
        <pc:chgData name="gerardo santizo" userId="45bfa019510e82aa" providerId="LiveId" clId="{DA08B045-3723-4FDC-9F04-993BCA8A7E60}" dt="2026-10-08T03:09:20.489" v="1201" actId="47"/>
        <pc:sldMkLst>
          <pc:docMk/>
          <pc:sldMk cId="1178559758" sldId="298"/>
        </pc:sldMkLst>
      </pc:sldChg>
      <pc:sldChg chg="new del">
        <pc:chgData name="gerardo santizo" userId="45bfa019510e82aa" providerId="LiveId" clId="{DA08B045-3723-4FDC-9F04-993BCA8A7E60}" dt="2026-10-08T03:09:21.432" v="1202" actId="47"/>
        <pc:sldMkLst>
          <pc:docMk/>
          <pc:sldMk cId="1216341199" sldId="299"/>
        </pc:sldMkLst>
      </pc:sldChg>
      <pc:sldChg chg="new del">
        <pc:chgData name="gerardo santizo" userId="45bfa019510e82aa" providerId="LiveId" clId="{DA08B045-3723-4FDC-9F04-993BCA8A7E60}" dt="2026-10-08T03:09:22.120" v="1203" actId="47"/>
        <pc:sldMkLst>
          <pc:docMk/>
          <pc:sldMk cId="3862320209" sldId="300"/>
        </pc:sldMkLst>
      </pc:sldChg>
      <pc:sldChg chg="new del">
        <pc:chgData name="gerardo santizo" userId="45bfa019510e82aa" providerId="LiveId" clId="{DA08B045-3723-4FDC-9F04-993BCA8A7E60}" dt="2026-10-08T03:09:23.729" v="1204" actId="47"/>
        <pc:sldMkLst>
          <pc:docMk/>
          <pc:sldMk cId="1335253744" sldId="301"/>
        </pc:sldMkLst>
      </pc:sldChg>
      <pc:sldChg chg="new del">
        <pc:chgData name="gerardo santizo" userId="45bfa019510e82aa" providerId="LiveId" clId="{DA08B045-3723-4FDC-9F04-993BCA8A7E60}" dt="2026-10-08T03:09:24.448" v="1205" actId="47"/>
        <pc:sldMkLst>
          <pc:docMk/>
          <pc:sldMk cId="3101968713" sldId="302"/>
        </pc:sldMkLst>
      </pc:sldChg>
      <pc:sldChg chg="new del">
        <pc:chgData name="gerardo santizo" userId="45bfa019510e82aa" providerId="LiveId" clId="{DA08B045-3723-4FDC-9F04-993BCA8A7E60}" dt="2026-10-08T03:09:25.326" v="1206" actId="47"/>
        <pc:sldMkLst>
          <pc:docMk/>
          <pc:sldMk cId="3658560126" sldId="303"/>
        </pc:sldMkLst>
      </pc:sldChg>
      <pc:sldChg chg="new del">
        <pc:chgData name="gerardo santizo" userId="45bfa019510e82aa" providerId="LiveId" clId="{DA08B045-3723-4FDC-9F04-993BCA8A7E60}" dt="2026-10-08T03:09:26.154" v="1207" actId="47"/>
        <pc:sldMkLst>
          <pc:docMk/>
          <pc:sldMk cId="1501311226" sldId="304"/>
        </pc:sldMkLst>
      </pc:sldChg>
      <pc:sldChg chg="addSp modSp new mod">
        <pc:chgData name="gerardo santizo" userId="45bfa019510e82aa" providerId="LiveId" clId="{DA08B045-3723-4FDC-9F04-993BCA8A7E60}" dt="2026-10-08T18:01:34.742" v="1824" actId="20577"/>
        <pc:sldMkLst>
          <pc:docMk/>
          <pc:sldMk cId="2235134192" sldId="305"/>
        </pc:sldMkLst>
        <pc:spChg chg="add mod">
          <ac:chgData name="gerardo santizo" userId="45bfa019510e82aa" providerId="LiveId" clId="{DA08B045-3723-4FDC-9F04-993BCA8A7E60}" dt="2026-10-08T18:01:34.742" v="1824" actId="20577"/>
          <ac:spMkLst>
            <pc:docMk/>
            <pc:sldMk cId="2235134192" sldId="305"/>
            <ac:spMk id="2" creationId="{57A6D898-7D0A-F0AB-9D45-99105B0A33B3}"/>
          </ac:spMkLst>
        </pc:spChg>
        <pc:picChg chg="add mod">
          <ac:chgData name="gerardo santizo" userId="45bfa019510e82aa" providerId="LiveId" clId="{DA08B045-3723-4FDC-9F04-993BCA8A7E60}" dt="2026-10-08T02:37:18.809" v="1135" actId="1076"/>
          <ac:picMkLst>
            <pc:docMk/>
            <pc:sldMk cId="2235134192" sldId="305"/>
            <ac:picMk id="3" creationId="{6B0D8E62-568B-8517-3090-B858E5CE3094}"/>
          </ac:picMkLst>
        </pc:picChg>
      </pc:sldChg>
      <pc:sldChg chg="addSp delSp modSp new mod">
        <pc:chgData name="gerardo santizo" userId="45bfa019510e82aa" providerId="LiveId" clId="{DA08B045-3723-4FDC-9F04-993BCA8A7E60}" dt="2026-10-08T18:09:55.872" v="1954" actId="1076"/>
        <pc:sldMkLst>
          <pc:docMk/>
          <pc:sldMk cId="2052098795" sldId="306"/>
        </pc:sldMkLst>
        <pc:spChg chg="add mod">
          <ac:chgData name="gerardo santizo" userId="45bfa019510e82aa" providerId="LiveId" clId="{DA08B045-3723-4FDC-9F04-993BCA8A7E60}" dt="2026-10-08T18:04:04.610" v="1888" actId="313"/>
          <ac:spMkLst>
            <pc:docMk/>
            <pc:sldMk cId="2052098795" sldId="306"/>
            <ac:spMk id="2" creationId="{F94316CA-5A8F-CB6E-18C5-5658FC9EE5DE}"/>
          </ac:spMkLst>
        </pc:spChg>
        <pc:spChg chg="add del mod">
          <ac:chgData name="gerardo santizo" userId="45bfa019510e82aa" providerId="LiveId" clId="{DA08B045-3723-4FDC-9F04-993BCA8A7E60}" dt="2026-10-08T18:09:06.356" v="1891"/>
          <ac:spMkLst>
            <pc:docMk/>
            <pc:sldMk cId="2052098795" sldId="306"/>
            <ac:spMk id="4" creationId="{5CEC6F15-DD9D-BB87-F92A-9ECF7DB74F5B}"/>
          </ac:spMkLst>
        </pc:spChg>
        <pc:spChg chg="add mod">
          <ac:chgData name="gerardo santizo" userId="45bfa019510e82aa" providerId="LiveId" clId="{DA08B045-3723-4FDC-9F04-993BCA8A7E60}" dt="2026-10-08T18:09:55.872" v="1954" actId="1076"/>
          <ac:spMkLst>
            <pc:docMk/>
            <pc:sldMk cId="2052098795" sldId="306"/>
            <ac:spMk id="7" creationId="{BE1CC387-C789-7FC8-4464-302454FAD23D}"/>
          </ac:spMkLst>
        </pc:spChg>
        <pc:picChg chg="add mod">
          <ac:chgData name="gerardo santizo" userId="45bfa019510e82aa" providerId="LiveId" clId="{DA08B045-3723-4FDC-9F04-993BCA8A7E60}" dt="2026-10-08T02:37:32.057" v="1138" actId="1076"/>
          <ac:picMkLst>
            <pc:docMk/>
            <pc:sldMk cId="2052098795" sldId="306"/>
            <ac:picMk id="3" creationId="{ACF2C49F-499D-5A9F-62D1-FB27ACFAC9F8}"/>
          </ac:picMkLst>
        </pc:picChg>
        <pc:cxnChg chg="add mod">
          <ac:chgData name="gerardo santizo" userId="45bfa019510e82aa" providerId="LiveId" clId="{DA08B045-3723-4FDC-9F04-993BCA8A7E60}" dt="2026-10-08T18:09:24.373" v="1894" actId="14100"/>
          <ac:cxnSpMkLst>
            <pc:docMk/>
            <pc:sldMk cId="2052098795" sldId="306"/>
            <ac:cxnSpMk id="5" creationId="{8CB0F19B-C67B-0374-11D3-1A09650C8DD3}"/>
          </ac:cxnSpMkLst>
        </pc:cxnChg>
      </pc:sldChg>
      <pc:sldChg chg="addSp delSp modSp new mod">
        <pc:chgData name="gerardo santizo" userId="45bfa019510e82aa" providerId="LiveId" clId="{DA08B045-3723-4FDC-9F04-993BCA8A7E60}" dt="2026-10-08T18:16:32.057" v="2015" actId="20577"/>
        <pc:sldMkLst>
          <pc:docMk/>
          <pc:sldMk cId="121101719" sldId="307"/>
        </pc:sldMkLst>
        <pc:spChg chg="add del mod">
          <ac:chgData name="gerardo santizo" userId="45bfa019510e82aa" providerId="LiveId" clId="{DA08B045-3723-4FDC-9F04-993BCA8A7E60}" dt="2026-10-08T18:15:49.981" v="1957"/>
          <ac:spMkLst>
            <pc:docMk/>
            <pc:sldMk cId="121101719" sldId="307"/>
            <ac:spMk id="2" creationId="{CAEE2109-9AD2-E6C6-44A9-95424903B655}"/>
          </ac:spMkLst>
        </pc:spChg>
        <pc:spChg chg="add mod">
          <ac:chgData name="gerardo santizo" userId="45bfa019510e82aa" providerId="LiveId" clId="{DA08B045-3723-4FDC-9F04-993BCA8A7E60}" dt="2026-10-08T18:16:32.057" v="2015" actId="20577"/>
          <ac:spMkLst>
            <pc:docMk/>
            <pc:sldMk cId="121101719" sldId="307"/>
            <ac:spMk id="4" creationId="{9CEC277F-AD15-C232-64B5-984DE77C688A}"/>
          </ac:spMkLst>
        </pc:spChg>
        <pc:picChg chg="add mod">
          <ac:chgData name="gerardo santizo" userId="45bfa019510e82aa" providerId="LiveId" clId="{DA08B045-3723-4FDC-9F04-993BCA8A7E60}" dt="2026-10-08T02:38:07.013" v="1141" actId="1076"/>
          <ac:picMkLst>
            <pc:docMk/>
            <pc:sldMk cId="121101719" sldId="307"/>
            <ac:picMk id="3" creationId="{7B4F537B-438B-048B-99D8-70D501BCEF2E}"/>
          </ac:picMkLst>
        </pc:picChg>
      </pc:sldChg>
      <pc:sldChg chg="addSp modSp new mod">
        <pc:chgData name="gerardo santizo" userId="45bfa019510e82aa" providerId="LiveId" clId="{DA08B045-3723-4FDC-9F04-993BCA8A7E60}" dt="2026-10-08T18:32:14.714" v="2158" actId="5793"/>
        <pc:sldMkLst>
          <pc:docMk/>
          <pc:sldMk cId="3071726997" sldId="308"/>
        </pc:sldMkLst>
        <pc:spChg chg="add mod">
          <ac:chgData name="gerardo santizo" userId="45bfa019510e82aa" providerId="LiveId" clId="{DA08B045-3723-4FDC-9F04-993BCA8A7E60}" dt="2026-10-08T18:27:34.454" v="2075" actId="5793"/>
          <ac:spMkLst>
            <pc:docMk/>
            <pc:sldMk cId="3071726997" sldId="308"/>
            <ac:spMk id="2" creationId="{A167CA3A-8283-1061-F9D5-33A65A996CE9}"/>
          </ac:spMkLst>
        </pc:spChg>
        <pc:spChg chg="add mod">
          <ac:chgData name="gerardo santizo" userId="45bfa019510e82aa" providerId="LiveId" clId="{DA08B045-3723-4FDC-9F04-993BCA8A7E60}" dt="2026-10-08T18:32:14.714" v="2158" actId="5793"/>
          <ac:spMkLst>
            <pc:docMk/>
            <pc:sldMk cId="3071726997" sldId="308"/>
            <ac:spMk id="4" creationId="{5BEF6C7E-69A7-5357-5590-6A81DD42F51D}"/>
          </ac:spMkLst>
        </pc:spChg>
        <pc:picChg chg="add mod">
          <ac:chgData name="gerardo santizo" userId="45bfa019510e82aa" providerId="LiveId" clId="{DA08B045-3723-4FDC-9F04-993BCA8A7E60}" dt="2026-10-08T02:39:21.106" v="1143" actId="14100"/>
          <ac:picMkLst>
            <pc:docMk/>
            <pc:sldMk cId="3071726997" sldId="308"/>
            <ac:picMk id="3" creationId="{35A13E6E-B550-A790-F5AF-7560B128CFEB}"/>
          </ac:picMkLst>
        </pc:picChg>
        <pc:picChg chg="add mod">
          <ac:chgData name="gerardo santizo" userId="45bfa019510e82aa" providerId="LiveId" clId="{DA08B045-3723-4FDC-9F04-993BCA8A7E60}" dt="2026-10-08T02:39:30.139" v="1145" actId="14100"/>
          <ac:picMkLst>
            <pc:docMk/>
            <pc:sldMk cId="3071726997" sldId="308"/>
            <ac:picMk id="5" creationId="{A02E233E-FCB0-FC6D-587F-68091FC224B7}"/>
          </ac:picMkLst>
        </pc:picChg>
      </pc:sldChg>
      <pc:sldChg chg="addSp modSp new mod">
        <pc:chgData name="gerardo santizo" userId="45bfa019510e82aa" providerId="LiveId" clId="{DA08B045-3723-4FDC-9F04-993BCA8A7E60}" dt="2026-10-08T18:34:21.343" v="2258" actId="20577"/>
        <pc:sldMkLst>
          <pc:docMk/>
          <pc:sldMk cId="1784253840" sldId="309"/>
        </pc:sldMkLst>
        <pc:spChg chg="add mod">
          <ac:chgData name="gerardo santizo" userId="45bfa019510e82aa" providerId="LiveId" clId="{DA08B045-3723-4FDC-9F04-993BCA8A7E60}" dt="2026-10-08T18:34:03.900" v="2228" actId="20577"/>
          <ac:spMkLst>
            <pc:docMk/>
            <pc:sldMk cId="1784253840" sldId="309"/>
            <ac:spMk id="2" creationId="{1DF1A8AB-3F83-AC2B-BBF1-9BD1FAD7CB1F}"/>
          </ac:spMkLst>
        </pc:spChg>
        <pc:spChg chg="add mod">
          <ac:chgData name="gerardo santizo" userId="45bfa019510e82aa" providerId="LiveId" clId="{DA08B045-3723-4FDC-9F04-993BCA8A7E60}" dt="2026-10-08T18:34:21.343" v="2258" actId="20577"/>
          <ac:spMkLst>
            <pc:docMk/>
            <pc:sldMk cId="1784253840" sldId="309"/>
            <ac:spMk id="4" creationId="{7274EA61-52D2-78B4-AAC9-27606A8D8044}"/>
          </ac:spMkLst>
        </pc:spChg>
        <pc:picChg chg="add mod">
          <ac:chgData name="gerardo santizo" userId="45bfa019510e82aa" providerId="LiveId" clId="{DA08B045-3723-4FDC-9F04-993BCA8A7E60}" dt="2026-10-08T02:39:41.536" v="1147" actId="14100"/>
          <ac:picMkLst>
            <pc:docMk/>
            <pc:sldMk cId="1784253840" sldId="309"/>
            <ac:picMk id="3" creationId="{6BA921AC-43A2-F4F1-0478-D9913B483ED3}"/>
          </ac:picMkLst>
        </pc:picChg>
        <pc:picChg chg="add mod">
          <ac:chgData name="gerardo santizo" userId="45bfa019510e82aa" providerId="LiveId" clId="{DA08B045-3723-4FDC-9F04-993BCA8A7E60}" dt="2026-10-08T02:39:57.163" v="1149" actId="14100"/>
          <ac:picMkLst>
            <pc:docMk/>
            <pc:sldMk cId="1784253840" sldId="309"/>
            <ac:picMk id="5" creationId="{3AA9038A-7B59-C8E9-7635-3611F6F5DC0F}"/>
          </ac:picMkLst>
        </pc:picChg>
      </pc:sldChg>
      <pc:sldChg chg="addSp modSp new mod">
        <pc:chgData name="gerardo santizo" userId="45bfa019510e82aa" providerId="LiveId" clId="{DA08B045-3723-4FDC-9F04-993BCA8A7E60}" dt="2026-10-08T18:38:10.609" v="2351" actId="20577"/>
        <pc:sldMkLst>
          <pc:docMk/>
          <pc:sldMk cId="562074862" sldId="310"/>
        </pc:sldMkLst>
        <pc:spChg chg="add mod">
          <ac:chgData name="gerardo santizo" userId="45bfa019510e82aa" providerId="LiveId" clId="{DA08B045-3723-4FDC-9F04-993BCA8A7E60}" dt="2026-10-08T18:37:50.098" v="2311" actId="20577"/>
          <ac:spMkLst>
            <pc:docMk/>
            <pc:sldMk cId="562074862" sldId="310"/>
            <ac:spMk id="2" creationId="{2007989A-211B-AEEF-B036-B5FCE7F93771}"/>
          </ac:spMkLst>
        </pc:spChg>
        <pc:spChg chg="add mod">
          <ac:chgData name="gerardo santizo" userId="45bfa019510e82aa" providerId="LiveId" clId="{DA08B045-3723-4FDC-9F04-993BCA8A7E60}" dt="2026-10-08T18:38:10.609" v="2351" actId="20577"/>
          <ac:spMkLst>
            <pc:docMk/>
            <pc:sldMk cId="562074862" sldId="310"/>
            <ac:spMk id="4" creationId="{D392B03A-931F-5DE4-8611-98B0E8E69E85}"/>
          </ac:spMkLst>
        </pc:spChg>
        <pc:picChg chg="add mod">
          <ac:chgData name="gerardo santizo" userId="45bfa019510e82aa" providerId="LiveId" clId="{DA08B045-3723-4FDC-9F04-993BCA8A7E60}" dt="2026-10-08T02:43:55.829" v="1158" actId="14100"/>
          <ac:picMkLst>
            <pc:docMk/>
            <pc:sldMk cId="562074862" sldId="310"/>
            <ac:picMk id="3" creationId="{DDEB1A59-459C-592C-36CE-F44DA1977170}"/>
          </ac:picMkLst>
        </pc:picChg>
        <pc:picChg chg="add mod">
          <ac:chgData name="gerardo santizo" userId="45bfa019510e82aa" providerId="LiveId" clId="{DA08B045-3723-4FDC-9F04-993BCA8A7E60}" dt="2026-10-08T02:43:57.953" v="1159" actId="14100"/>
          <ac:picMkLst>
            <pc:docMk/>
            <pc:sldMk cId="562074862" sldId="310"/>
            <ac:picMk id="5" creationId="{C665CEEC-34E4-8042-199D-05F4E09AB2E3}"/>
          </ac:picMkLst>
        </pc:picChg>
      </pc:sldChg>
      <pc:sldChg chg="new del">
        <pc:chgData name="gerardo santizo" userId="45bfa019510e82aa" providerId="LiveId" clId="{DA08B045-3723-4FDC-9F04-993BCA8A7E60}" dt="2026-10-08T23:58:52.709" v="4042" actId="47"/>
        <pc:sldMkLst>
          <pc:docMk/>
          <pc:sldMk cId="659214091" sldId="311"/>
        </pc:sldMkLst>
      </pc:sldChg>
      <pc:sldChg chg="addSp modSp new mod">
        <pc:chgData name="gerardo santizo" userId="45bfa019510e82aa" providerId="LiveId" clId="{DA08B045-3723-4FDC-9F04-993BCA8A7E60}" dt="2026-10-08T18:43:00.701" v="2433" actId="20577"/>
        <pc:sldMkLst>
          <pc:docMk/>
          <pc:sldMk cId="1451637329" sldId="312"/>
        </pc:sldMkLst>
        <pc:spChg chg="add mod">
          <ac:chgData name="gerardo santizo" userId="45bfa019510e82aa" providerId="LiveId" clId="{DA08B045-3723-4FDC-9F04-993BCA8A7E60}" dt="2026-10-08T18:42:45.047" v="2410" actId="20577"/>
          <ac:spMkLst>
            <pc:docMk/>
            <pc:sldMk cId="1451637329" sldId="312"/>
            <ac:spMk id="2" creationId="{27DDB50A-5DDF-D6E2-514E-A3642C61DA16}"/>
          </ac:spMkLst>
        </pc:spChg>
        <pc:spChg chg="add mod">
          <ac:chgData name="gerardo santizo" userId="45bfa019510e82aa" providerId="LiveId" clId="{DA08B045-3723-4FDC-9F04-993BCA8A7E60}" dt="2026-10-08T18:43:00.701" v="2433" actId="20577"/>
          <ac:spMkLst>
            <pc:docMk/>
            <pc:sldMk cId="1451637329" sldId="312"/>
            <ac:spMk id="4" creationId="{27ED2D06-3C1B-ED1E-86DF-4A804EC9ED40}"/>
          </ac:spMkLst>
        </pc:spChg>
        <pc:picChg chg="add mod">
          <ac:chgData name="gerardo santizo" userId="45bfa019510e82aa" providerId="LiveId" clId="{DA08B045-3723-4FDC-9F04-993BCA8A7E60}" dt="2026-10-08T03:04:59.017" v="1166" actId="1076"/>
          <ac:picMkLst>
            <pc:docMk/>
            <pc:sldMk cId="1451637329" sldId="312"/>
            <ac:picMk id="3" creationId="{D95A67B6-2294-D9C8-4AC3-1512940D3DF9}"/>
          </ac:picMkLst>
        </pc:picChg>
      </pc:sldChg>
      <pc:sldChg chg="addSp modSp new mod">
        <pc:chgData name="gerardo santizo" userId="45bfa019510e82aa" providerId="LiveId" clId="{DA08B045-3723-4FDC-9F04-993BCA8A7E60}" dt="2026-10-08T18:43:46.581" v="2488" actId="1076"/>
        <pc:sldMkLst>
          <pc:docMk/>
          <pc:sldMk cId="3168263343" sldId="313"/>
        </pc:sldMkLst>
        <pc:spChg chg="add mod">
          <ac:chgData name="gerardo santizo" userId="45bfa019510e82aa" providerId="LiveId" clId="{DA08B045-3723-4FDC-9F04-993BCA8A7E60}" dt="2026-10-08T18:43:46.581" v="2488" actId="1076"/>
          <ac:spMkLst>
            <pc:docMk/>
            <pc:sldMk cId="3168263343" sldId="313"/>
            <ac:spMk id="2" creationId="{23075D4D-945E-344A-12BB-A2A48CA674DE}"/>
          </ac:spMkLst>
        </pc:spChg>
        <pc:picChg chg="add mod">
          <ac:chgData name="gerardo santizo" userId="45bfa019510e82aa" providerId="LiveId" clId="{DA08B045-3723-4FDC-9F04-993BCA8A7E60}" dt="2026-10-08T03:05:12.781" v="1170" actId="1076"/>
          <ac:picMkLst>
            <pc:docMk/>
            <pc:sldMk cId="3168263343" sldId="313"/>
            <ac:picMk id="3" creationId="{E3B69550-2945-B664-EE72-FF6D2E32163E}"/>
          </ac:picMkLst>
        </pc:picChg>
      </pc:sldChg>
      <pc:sldChg chg="addSp modSp new mod">
        <pc:chgData name="gerardo santizo" userId="45bfa019510e82aa" providerId="LiveId" clId="{DA08B045-3723-4FDC-9F04-993BCA8A7E60}" dt="2026-10-08T23:41:59.232" v="2578" actId="5793"/>
        <pc:sldMkLst>
          <pc:docMk/>
          <pc:sldMk cId="2639420482" sldId="314"/>
        </pc:sldMkLst>
        <pc:spChg chg="add mod">
          <ac:chgData name="gerardo santizo" userId="45bfa019510e82aa" providerId="LiveId" clId="{DA08B045-3723-4FDC-9F04-993BCA8A7E60}" dt="2026-10-08T23:41:59.232" v="2578" actId="5793"/>
          <ac:spMkLst>
            <pc:docMk/>
            <pc:sldMk cId="2639420482" sldId="314"/>
            <ac:spMk id="2" creationId="{369D24F7-4994-5EDF-2DC8-14B3E2CA6DBC}"/>
          </ac:spMkLst>
        </pc:spChg>
        <pc:picChg chg="add mod">
          <ac:chgData name="gerardo santizo" userId="45bfa019510e82aa" providerId="LiveId" clId="{DA08B045-3723-4FDC-9F04-993BCA8A7E60}" dt="2026-10-08T03:05:25.535" v="1173" actId="1076"/>
          <ac:picMkLst>
            <pc:docMk/>
            <pc:sldMk cId="2639420482" sldId="314"/>
            <ac:picMk id="3" creationId="{E2741986-05B0-DC7A-4433-4EBC8CB6FDE6}"/>
          </ac:picMkLst>
        </pc:picChg>
      </pc:sldChg>
      <pc:sldChg chg="addSp modSp new mod">
        <pc:chgData name="gerardo santizo" userId="45bfa019510e82aa" providerId="LiveId" clId="{DA08B045-3723-4FDC-9F04-993BCA8A7E60}" dt="2026-10-08T23:42:40.716" v="2647" actId="20577"/>
        <pc:sldMkLst>
          <pc:docMk/>
          <pc:sldMk cId="292757363" sldId="315"/>
        </pc:sldMkLst>
        <pc:spChg chg="add mod">
          <ac:chgData name="gerardo santizo" userId="45bfa019510e82aa" providerId="LiveId" clId="{DA08B045-3723-4FDC-9F04-993BCA8A7E60}" dt="2026-10-08T23:42:40.716" v="2647" actId="20577"/>
          <ac:spMkLst>
            <pc:docMk/>
            <pc:sldMk cId="292757363" sldId="315"/>
            <ac:spMk id="2" creationId="{8A947014-1062-D95A-5171-4999CF90A494}"/>
          </ac:spMkLst>
        </pc:spChg>
        <pc:picChg chg="add mod">
          <ac:chgData name="gerardo santizo" userId="45bfa019510e82aa" providerId="LiveId" clId="{DA08B045-3723-4FDC-9F04-993BCA8A7E60}" dt="2026-10-08T03:05:47.200" v="1176" actId="1076"/>
          <ac:picMkLst>
            <pc:docMk/>
            <pc:sldMk cId="292757363" sldId="315"/>
            <ac:picMk id="3" creationId="{C2FB6D7D-FBA4-010B-428A-83BF3C70D966}"/>
          </ac:picMkLst>
        </pc:picChg>
      </pc:sldChg>
      <pc:sldChg chg="new del">
        <pc:chgData name="gerardo santizo" userId="45bfa019510e82aa" providerId="LiveId" clId="{DA08B045-3723-4FDC-9F04-993BCA8A7E60}" dt="2026-10-08T23:58:57.366" v="4043" actId="47"/>
        <pc:sldMkLst>
          <pc:docMk/>
          <pc:sldMk cId="523477136" sldId="316"/>
        </pc:sldMkLst>
      </pc:sldChg>
      <pc:sldChg chg="addSp delSp modSp new mod">
        <pc:chgData name="gerardo santizo" userId="45bfa019510e82aa" providerId="LiveId" clId="{DA08B045-3723-4FDC-9F04-993BCA8A7E60}" dt="2026-10-08T23:50:14.495" v="3184" actId="1076"/>
        <pc:sldMkLst>
          <pc:docMk/>
          <pc:sldMk cId="2043624719" sldId="317"/>
        </pc:sldMkLst>
        <pc:spChg chg="add mod">
          <ac:chgData name="gerardo santizo" userId="45bfa019510e82aa" providerId="LiveId" clId="{DA08B045-3723-4FDC-9F04-993BCA8A7E60}" dt="2026-10-08T23:47:47.268" v="3005" actId="1076"/>
          <ac:spMkLst>
            <pc:docMk/>
            <pc:sldMk cId="2043624719" sldId="317"/>
            <ac:spMk id="2" creationId="{952AAC13-E256-A804-52CB-B2336C5F75C3}"/>
          </ac:spMkLst>
        </pc:spChg>
        <pc:spChg chg="add mod">
          <ac:chgData name="gerardo santizo" userId="45bfa019510e82aa" providerId="LiveId" clId="{DA08B045-3723-4FDC-9F04-993BCA8A7E60}" dt="2026-10-08T23:48:01.264" v="3029" actId="1076"/>
          <ac:spMkLst>
            <pc:docMk/>
            <pc:sldMk cId="2043624719" sldId="317"/>
            <ac:spMk id="3" creationId="{4C1472C8-D66B-E3CF-9CED-0E82589AFB9D}"/>
          </ac:spMkLst>
        </pc:spChg>
        <pc:spChg chg="add mod">
          <ac:chgData name="gerardo santizo" userId="45bfa019510e82aa" providerId="LiveId" clId="{DA08B045-3723-4FDC-9F04-993BCA8A7E60}" dt="2026-10-08T23:50:14.495" v="3184" actId="1076"/>
          <ac:spMkLst>
            <pc:docMk/>
            <pc:sldMk cId="2043624719" sldId="317"/>
            <ac:spMk id="4" creationId="{1BD07DF3-1803-DF9E-463A-78CC39BEBC32}"/>
          </ac:spMkLst>
        </pc:spChg>
        <pc:picChg chg="add del mod">
          <ac:chgData name="gerardo santizo" userId="45bfa019510e82aa" providerId="LiveId" clId="{DA08B045-3723-4FDC-9F04-993BCA8A7E60}" dt="2026-10-08T03:31:22.525" v="1239" actId="478"/>
          <ac:picMkLst>
            <pc:docMk/>
            <pc:sldMk cId="2043624719" sldId="317"/>
            <ac:picMk id="3" creationId="{E760FE62-7077-F208-41BB-2D1DD32CA323}"/>
          </ac:picMkLst>
        </pc:picChg>
        <pc:picChg chg="add del mod">
          <ac:chgData name="gerardo santizo" userId="45bfa019510e82aa" providerId="LiveId" clId="{DA08B045-3723-4FDC-9F04-993BCA8A7E60}" dt="2026-10-08T03:31:20.143" v="1238" actId="478"/>
          <ac:picMkLst>
            <pc:docMk/>
            <pc:sldMk cId="2043624719" sldId="317"/>
            <ac:picMk id="5" creationId="{6B6510F7-2CD3-9CDF-DFF0-0D36D8BEC7F9}"/>
          </ac:picMkLst>
        </pc:picChg>
        <pc:picChg chg="add mod">
          <ac:chgData name="gerardo santizo" userId="45bfa019510e82aa" providerId="LiveId" clId="{DA08B045-3723-4FDC-9F04-993BCA8A7E60}" dt="2026-10-08T03:31:47.353" v="1245" actId="14100"/>
          <ac:picMkLst>
            <pc:docMk/>
            <pc:sldMk cId="2043624719" sldId="317"/>
            <ac:picMk id="7" creationId="{29C9C5CC-F806-ECAF-C993-8130BB773963}"/>
          </ac:picMkLst>
        </pc:picChg>
      </pc:sldChg>
      <pc:sldChg chg="new del">
        <pc:chgData name="gerardo santizo" userId="45bfa019510e82aa" providerId="LiveId" clId="{DA08B045-3723-4FDC-9F04-993BCA8A7E60}" dt="2026-10-08T03:30:27.809" v="1233" actId="47"/>
        <pc:sldMkLst>
          <pc:docMk/>
          <pc:sldMk cId="2941031979" sldId="318"/>
        </pc:sldMkLst>
      </pc:sldChg>
      <pc:sldChg chg="addSp delSp modSp new mod">
        <pc:chgData name="gerardo santizo" userId="45bfa019510e82aa" providerId="LiveId" clId="{DA08B045-3723-4FDC-9F04-993BCA8A7E60}" dt="2026-10-08T23:52:04.672" v="3337" actId="20577"/>
        <pc:sldMkLst>
          <pc:docMk/>
          <pc:sldMk cId="4169502190" sldId="319"/>
        </pc:sldMkLst>
        <pc:spChg chg="add mod">
          <ac:chgData name="gerardo santizo" userId="45bfa019510e82aa" providerId="LiveId" clId="{DA08B045-3723-4FDC-9F04-993BCA8A7E60}" dt="2026-10-08T23:51:44.378" v="3301" actId="20577"/>
          <ac:spMkLst>
            <pc:docMk/>
            <pc:sldMk cId="4169502190" sldId="319"/>
            <ac:spMk id="2" creationId="{8D5089DC-66E4-C3E8-95F8-AAB07C271F06}"/>
          </ac:spMkLst>
        </pc:spChg>
        <pc:spChg chg="add mod">
          <ac:chgData name="gerardo santizo" userId="45bfa019510e82aa" providerId="LiveId" clId="{DA08B045-3723-4FDC-9F04-993BCA8A7E60}" dt="2026-10-08T23:52:04.672" v="3337" actId="20577"/>
          <ac:spMkLst>
            <pc:docMk/>
            <pc:sldMk cId="4169502190" sldId="319"/>
            <ac:spMk id="3" creationId="{E55C8777-322D-649A-6512-213EB3982D31}"/>
          </ac:spMkLst>
        </pc:spChg>
        <pc:picChg chg="add del mod">
          <ac:chgData name="gerardo santizo" userId="45bfa019510e82aa" providerId="LiveId" clId="{DA08B045-3723-4FDC-9F04-993BCA8A7E60}" dt="2026-10-08T03:31:30.854" v="1242" actId="478"/>
          <ac:picMkLst>
            <pc:docMk/>
            <pc:sldMk cId="4169502190" sldId="319"/>
            <ac:picMk id="3" creationId="{702D8ACF-5713-78BE-DD69-F9579B223FEB}"/>
          </ac:picMkLst>
        </pc:picChg>
        <pc:picChg chg="add del mod">
          <ac:chgData name="gerardo santizo" userId="45bfa019510e82aa" providerId="LiveId" clId="{DA08B045-3723-4FDC-9F04-993BCA8A7E60}" dt="2026-10-08T03:31:33.104" v="1243" actId="478"/>
          <ac:picMkLst>
            <pc:docMk/>
            <pc:sldMk cId="4169502190" sldId="319"/>
            <ac:picMk id="5" creationId="{3401BE18-36C6-7DC1-2A3B-137CA33D8AE6}"/>
          </ac:picMkLst>
        </pc:picChg>
        <pc:picChg chg="add mod">
          <ac:chgData name="gerardo santizo" userId="45bfa019510e82aa" providerId="LiveId" clId="{DA08B045-3723-4FDC-9F04-993BCA8A7E60}" dt="2026-10-08T03:32:15.363" v="1251" actId="14100"/>
          <ac:picMkLst>
            <pc:docMk/>
            <pc:sldMk cId="4169502190" sldId="319"/>
            <ac:picMk id="7" creationId="{6414B5B2-2E3D-D3A3-978E-7E379ED286A6}"/>
          </ac:picMkLst>
        </pc:picChg>
        <pc:picChg chg="add mod">
          <ac:chgData name="gerardo santizo" userId="45bfa019510e82aa" providerId="LiveId" clId="{DA08B045-3723-4FDC-9F04-993BCA8A7E60}" dt="2026-10-08T03:32:25.329" v="1253" actId="14100"/>
          <ac:picMkLst>
            <pc:docMk/>
            <pc:sldMk cId="4169502190" sldId="319"/>
            <ac:picMk id="9" creationId="{44D1C1EE-4E94-AD05-9655-0B5D6E6FA00C}"/>
          </ac:picMkLst>
        </pc:picChg>
      </pc:sldChg>
      <pc:sldChg chg="addSp modSp new mod">
        <pc:chgData name="gerardo santizo" userId="45bfa019510e82aa" providerId="LiveId" clId="{DA08B045-3723-4FDC-9F04-993BCA8A7E60}" dt="2026-10-08T23:54:24.647" v="3518" actId="1076"/>
        <pc:sldMkLst>
          <pc:docMk/>
          <pc:sldMk cId="2709370244" sldId="320"/>
        </pc:sldMkLst>
        <pc:spChg chg="add mod">
          <ac:chgData name="gerardo santizo" userId="45bfa019510e82aa" providerId="LiveId" clId="{DA08B045-3723-4FDC-9F04-993BCA8A7E60}" dt="2026-10-08T23:53:56.850" v="3457" actId="20577"/>
          <ac:spMkLst>
            <pc:docMk/>
            <pc:sldMk cId="2709370244" sldId="320"/>
            <ac:spMk id="2" creationId="{B6EA59D2-D192-7CB6-107D-872A2E754EA0}"/>
          </ac:spMkLst>
        </pc:spChg>
        <pc:spChg chg="add mod">
          <ac:chgData name="gerardo santizo" userId="45bfa019510e82aa" providerId="LiveId" clId="{DA08B045-3723-4FDC-9F04-993BCA8A7E60}" dt="2026-10-08T23:54:24.647" v="3518" actId="1076"/>
          <ac:spMkLst>
            <pc:docMk/>
            <pc:sldMk cId="2709370244" sldId="320"/>
            <ac:spMk id="4" creationId="{0B55ED8D-76CB-9DA9-B3D5-A80A19DFA9A7}"/>
          </ac:spMkLst>
        </pc:spChg>
        <pc:picChg chg="add mod">
          <ac:chgData name="gerardo santizo" userId="45bfa019510e82aa" providerId="LiveId" clId="{DA08B045-3723-4FDC-9F04-993BCA8A7E60}" dt="2026-10-08T03:32:38.614" v="1255" actId="14100"/>
          <ac:picMkLst>
            <pc:docMk/>
            <pc:sldMk cId="2709370244" sldId="320"/>
            <ac:picMk id="3" creationId="{4B426335-18BA-AB62-8B4B-2D2CE6E0ABFA}"/>
          </ac:picMkLst>
        </pc:picChg>
        <pc:picChg chg="add mod">
          <ac:chgData name="gerardo santizo" userId="45bfa019510e82aa" providerId="LiveId" clId="{DA08B045-3723-4FDC-9F04-993BCA8A7E60}" dt="2026-10-08T03:32:50.334" v="1257" actId="14100"/>
          <ac:picMkLst>
            <pc:docMk/>
            <pc:sldMk cId="2709370244" sldId="320"/>
            <ac:picMk id="5" creationId="{722AE9D0-30ED-A56D-D8B9-FCA367A83597}"/>
          </ac:picMkLst>
        </pc:picChg>
      </pc:sldChg>
      <pc:sldChg chg="addSp modSp new mod">
        <pc:chgData name="gerardo santizo" userId="45bfa019510e82aa" providerId="LiveId" clId="{DA08B045-3723-4FDC-9F04-993BCA8A7E60}" dt="2026-10-08T23:55:21.718" v="3657" actId="313"/>
        <pc:sldMkLst>
          <pc:docMk/>
          <pc:sldMk cId="1197791427" sldId="321"/>
        </pc:sldMkLst>
        <pc:spChg chg="add mod">
          <ac:chgData name="gerardo santizo" userId="45bfa019510e82aa" providerId="LiveId" clId="{DA08B045-3723-4FDC-9F04-993BCA8A7E60}" dt="2026-10-08T23:55:21.718" v="3657" actId="313"/>
          <ac:spMkLst>
            <pc:docMk/>
            <pc:sldMk cId="1197791427" sldId="321"/>
            <ac:spMk id="2" creationId="{E201BFB9-7255-3A85-3DF7-F9F626FD3DF6}"/>
          </ac:spMkLst>
        </pc:spChg>
        <pc:picChg chg="add mod">
          <ac:chgData name="gerardo santizo" userId="45bfa019510e82aa" providerId="LiveId" clId="{DA08B045-3723-4FDC-9F04-993BCA8A7E60}" dt="2026-10-08T03:34:19.771" v="1260" actId="1076"/>
          <ac:picMkLst>
            <pc:docMk/>
            <pc:sldMk cId="1197791427" sldId="321"/>
            <ac:picMk id="3" creationId="{28FB695F-DA34-C4E6-117D-6AD146107812}"/>
          </ac:picMkLst>
        </pc:picChg>
      </pc:sldChg>
      <pc:sldChg chg="addSp modSp new mod">
        <pc:chgData name="gerardo santizo" userId="45bfa019510e82aa" providerId="LiveId" clId="{DA08B045-3723-4FDC-9F04-993BCA8A7E60}" dt="2026-10-08T23:55:55.532" v="3718" actId="1076"/>
        <pc:sldMkLst>
          <pc:docMk/>
          <pc:sldMk cId="2610812896" sldId="322"/>
        </pc:sldMkLst>
        <pc:spChg chg="add mod">
          <ac:chgData name="gerardo santizo" userId="45bfa019510e82aa" providerId="LiveId" clId="{DA08B045-3723-4FDC-9F04-993BCA8A7E60}" dt="2026-10-08T23:55:55.532" v="3718" actId="1076"/>
          <ac:spMkLst>
            <pc:docMk/>
            <pc:sldMk cId="2610812896" sldId="322"/>
            <ac:spMk id="2" creationId="{7FC222F0-8D03-BFB6-F689-5AEA35947989}"/>
          </ac:spMkLst>
        </pc:spChg>
        <pc:picChg chg="add mod">
          <ac:chgData name="gerardo santizo" userId="45bfa019510e82aa" providerId="LiveId" clId="{DA08B045-3723-4FDC-9F04-993BCA8A7E60}" dt="2026-10-08T03:39:33.797" v="1275" actId="1076"/>
          <ac:picMkLst>
            <pc:docMk/>
            <pc:sldMk cId="2610812896" sldId="322"/>
            <ac:picMk id="3" creationId="{4D41EAAB-2C79-FC4E-AA56-D123CABE1DAA}"/>
          </ac:picMkLst>
        </pc:picChg>
      </pc:sldChg>
      <pc:sldChg chg="addSp modSp new mod">
        <pc:chgData name="gerardo santizo" userId="45bfa019510e82aa" providerId="LiveId" clId="{DA08B045-3723-4FDC-9F04-993BCA8A7E60}" dt="2026-10-08T23:58:38.453" v="4041" actId="14100"/>
        <pc:sldMkLst>
          <pc:docMk/>
          <pc:sldMk cId="2078078763" sldId="323"/>
        </pc:sldMkLst>
        <pc:spChg chg="add mod">
          <ac:chgData name="gerardo santizo" userId="45bfa019510e82aa" providerId="LiveId" clId="{DA08B045-3723-4FDC-9F04-993BCA8A7E60}" dt="2026-10-08T23:56:30.805" v="3814" actId="20577"/>
          <ac:spMkLst>
            <pc:docMk/>
            <pc:sldMk cId="2078078763" sldId="323"/>
            <ac:spMk id="2" creationId="{5F2DBDBD-52BD-A7FC-5AEF-F35EC796F64A}"/>
          </ac:spMkLst>
        </pc:spChg>
        <pc:spChg chg="add mod">
          <ac:chgData name="gerardo santizo" userId="45bfa019510e82aa" providerId="LiveId" clId="{DA08B045-3723-4FDC-9F04-993BCA8A7E60}" dt="2026-10-08T23:57:13.326" v="3895" actId="1076"/>
          <ac:spMkLst>
            <pc:docMk/>
            <pc:sldMk cId="2078078763" sldId="323"/>
            <ac:spMk id="4" creationId="{E470C476-20D4-071B-6447-347172BAC64F}"/>
          </ac:spMkLst>
        </pc:spChg>
        <pc:spChg chg="add mod">
          <ac:chgData name="gerardo santizo" userId="45bfa019510e82aa" providerId="LiveId" clId="{DA08B045-3723-4FDC-9F04-993BCA8A7E60}" dt="2026-10-08T23:58:15.963" v="4032" actId="1076"/>
          <ac:spMkLst>
            <pc:docMk/>
            <pc:sldMk cId="2078078763" sldId="323"/>
            <ac:spMk id="6" creationId="{D14A4A29-CA27-AAC4-5FFF-7BF0713B6583}"/>
          </ac:spMkLst>
        </pc:spChg>
        <pc:picChg chg="add mod">
          <ac:chgData name="gerardo santizo" userId="45bfa019510e82aa" providerId="LiveId" clId="{DA08B045-3723-4FDC-9F04-993BCA8A7E60}" dt="2026-10-08T03:35:25.193" v="1266" actId="14100"/>
          <ac:picMkLst>
            <pc:docMk/>
            <pc:sldMk cId="2078078763" sldId="323"/>
            <ac:picMk id="3" creationId="{43FEAAD7-B8F7-3B58-C48B-6FEE8FB0127D}"/>
          </ac:picMkLst>
        </pc:picChg>
        <pc:picChg chg="add mod">
          <ac:chgData name="gerardo santizo" userId="45bfa019510e82aa" providerId="LiveId" clId="{DA08B045-3723-4FDC-9F04-993BCA8A7E60}" dt="2026-10-08T03:35:34.175" v="1268" actId="14100"/>
          <ac:picMkLst>
            <pc:docMk/>
            <pc:sldMk cId="2078078763" sldId="323"/>
            <ac:picMk id="5" creationId="{47571113-37F2-06DA-957D-7E7AA2ACBC67}"/>
          </ac:picMkLst>
        </pc:picChg>
        <pc:cxnChg chg="add mod">
          <ac:chgData name="gerardo santizo" userId="45bfa019510e82aa" providerId="LiveId" clId="{DA08B045-3723-4FDC-9F04-993BCA8A7E60}" dt="2026-10-08T23:58:23.408" v="4035" actId="14100"/>
          <ac:cxnSpMkLst>
            <pc:docMk/>
            <pc:sldMk cId="2078078763" sldId="323"/>
            <ac:cxnSpMk id="7" creationId="{BE63C03E-3251-4A9D-5B19-C6A79BD2F773}"/>
          </ac:cxnSpMkLst>
        </pc:cxnChg>
        <pc:cxnChg chg="add mod">
          <ac:chgData name="gerardo santizo" userId="45bfa019510e82aa" providerId="LiveId" clId="{DA08B045-3723-4FDC-9F04-993BCA8A7E60}" dt="2026-10-08T23:58:30.402" v="4038" actId="14100"/>
          <ac:cxnSpMkLst>
            <pc:docMk/>
            <pc:sldMk cId="2078078763" sldId="323"/>
            <ac:cxnSpMk id="10" creationId="{02D323DC-1B23-8F3A-BAE2-EAE4CB81E971}"/>
          </ac:cxnSpMkLst>
        </pc:cxnChg>
        <pc:cxnChg chg="add mod">
          <ac:chgData name="gerardo santizo" userId="45bfa019510e82aa" providerId="LiveId" clId="{DA08B045-3723-4FDC-9F04-993BCA8A7E60}" dt="2026-10-08T23:58:38.453" v="4041" actId="14100"/>
          <ac:cxnSpMkLst>
            <pc:docMk/>
            <pc:sldMk cId="2078078763" sldId="323"/>
            <ac:cxnSpMk id="12" creationId="{24A648B7-4C9D-A7D7-928D-1F0924BCE3D5}"/>
          </ac:cxnSpMkLst>
        </pc:cxnChg>
      </pc:sldChg>
      <pc:sldChg chg="new del">
        <pc:chgData name="gerardo santizo" userId="45bfa019510e82aa" providerId="LiveId" clId="{DA08B045-3723-4FDC-9F04-993BCA8A7E60}" dt="2026-10-08T03:35:37.252" v="1269" actId="47"/>
        <pc:sldMkLst>
          <pc:docMk/>
          <pc:sldMk cId="297440657" sldId="324"/>
        </pc:sldMkLst>
      </pc:sldChg>
      <pc:sldChg chg="new del">
        <pc:chgData name="gerardo santizo" userId="45bfa019510e82aa" providerId="LiveId" clId="{DA08B045-3723-4FDC-9F04-993BCA8A7E60}" dt="2026-10-08T03:35:38.009" v="1270" actId="47"/>
        <pc:sldMkLst>
          <pc:docMk/>
          <pc:sldMk cId="825606702" sldId="325"/>
        </pc:sldMkLst>
      </pc:sldChg>
      <pc:sldChg chg="new del">
        <pc:chgData name="gerardo santizo" userId="45bfa019510e82aa" providerId="LiveId" clId="{DA08B045-3723-4FDC-9F04-993BCA8A7E60}" dt="2026-10-08T03:35:39.457" v="1271" actId="47"/>
        <pc:sldMkLst>
          <pc:docMk/>
          <pc:sldMk cId="2309149212" sldId="326"/>
        </pc:sldMkLst>
      </pc:sldChg>
      <pc:sldChg chg="new del">
        <pc:chgData name="gerardo santizo" userId="45bfa019510e82aa" providerId="LiveId" clId="{DA08B045-3723-4FDC-9F04-993BCA8A7E60}" dt="2026-10-08T03:35:40.126" v="1272" actId="47"/>
        <pc:sldMkLst>
          <pc:docMk/>
          <pc:sldMk cId="1360549708" sldId="327"/>
        </pc:sldMkLst>
      </pc:sldChg>
      <pc:sldChg chg="addSp delSp modSp new mod">
        <pc:chgData name="gerardo santizo" userId="45bfa019510e82aa" providerId="LiveId" clId="{DA08B045-3723-4FDC-9F04-993BCA8A7E60}" dt="2026-10-08T23:49:44.622" v="3158" actId="14100"/>
        <pc:sldMkLst>
          <pc:docMk/>
          <pc:sldMk cId="3063078181" sldId="328"/>
        </pc:sldMkLst>
        <pc:spChg chg="add mod">
          <ac:chgData name="gerardo santizo" userId="45bfa019510e82aa" providerId="LiveId" clId="{DA08B045-3723-4FDC-9F04-993BCA8A7E60}" dt="2026-10-08T23:49:20.370" v="3152" actId="313"/>
          <ac:spMkLst>
            <pc:docMk/>
            <pc:sldMk cId="3063078181" sldId="328"/>
            <ac:spMk id="2" creationId="{F79892E6-8A84-E957-0213-D1CD217D44D3}"/>
          </ac:spMkLst>
        </pc:spChg>
        <pc:picChg chg="add del mod">
          <ac:chgData name="gerardo santizo" userId="45bfa019510e82aa" providerId="LiveId" clId="{DA08B045-3723-4FDC-9F04-993BCA8A7E60}" dt="2026-10-08T03:31:25.873" v="1240" actId="478"/>
          <ac:picMkLst>
            <pc:docMk/>
            <pc:sldMk cId="3063078181" sldId="328"/>
            <ac:picMk id="3" creationId="{A2A82BB8-708A-FF6C-9AF7-1CED76BD1759}"/>
          </ac:picMkLst>
        </pc:picChg>
        <pc:picChg chg="add del mod">
          <ac:chgData name="gerardo santizo" userId="45bfa019510e82aa" providerId="LiveId" clId="{DA08B045-3723-4FDC-9F04-993BCA8A7E60}" dt="2026-10-08T03:31:27.835" v="1241" actId="478"/>
          <ac:picMkLst>
            <pc:docMk/>
            <pc:sldMk cId="3063078181" sldId="328"/>
            <ac:picMk id="5" creationId="{B6E9C4F9-9BCC-D305-28B3-9FDABD294790}"/>
          </ac:picMkLst>
        </pc:picChg>
        <pc:picChg chg="add mod">
          <ac:chgData name="gerardo santizo" userId="45bfa019510e82aa" providerId="LiveId" clId="{DA08B045-3723-4FDC-9F04-993BCA8A7E60}" dt="2026-10-08T03:32:03.120" v="1249" actId="14100"/>
          <ac:picMkLst>
            <pc:docMk/>
            <pc:sldMk cId="3063078181" sldId="328"/>
            <ac:picMk id="7" creationId="{FC382139-D106-06AC-F513-1F58CF388265}"/>
          </ac:picMkLst>
        </pc:picChg>
        <pc:cxnChg chg="add mod">
          <ac:chgData name="gerardo santizo" userId="45bfa019510e82aa" providerId="LiveId" clId="{DA08B045-3723-4FDC-9F04-993BCA8A7E60}" dt="2026-10-08T23:49:34.614" v="3155" actId="14100"/>
          <ac:cxnSpMkLst>
            <pc:docMk/>
            <pc:sldMk cId="3063078181" sldId="328"/>
            <ac:cxnSpMk id="3" creationId="{2CF414AA-5C35-A4C0-C34C-077BAFBDD341}"/>
          </ac:cxnSpMkLst>
        </pc:cxnChg>
        <pc:cxnChg chg="add mod">
          <ac:chgData name="gerardo santizo" userId="45bfa019510e82aa" providerId="LiveId" clId="{DA08B045-3723-4FDC-9F04-993BCA8A7E60}" dt="2026-10-08T23:49:44.622" v="3158" actId="14100"/>
          <ac:cxnSpMkLst>
            <pc:docMk/>
            <pc:sldMk cId="3063078181" sldId="328"/>
            <ac:cxnSpMk id="6" creationId="{F5AAAF7D-AE26-3A1B-E292-9B062FBE2B74}"/>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468904-5E6E-2C64-EB04-8FFBF417BE7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314A4C2-ADA2-0D64-EA96-08363B3710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ECE07534-2052-5342-D493-914B4AD2BB29}"/>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5" name="Marcador de pie de página 4">
            <a:extLst>
              <a:ext uri="{FF2B5EF4-FFF2-40B4-BE49-F238E27FC236}">
                <a16:creationId xmlns:a16="http://schemas.microsoft.com/office/drawing/2014/main" id="{A073A62C-3714-E683-F3AF-057BFA58976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F66F558-6F7C-50B7-CEFB-FC60DBCD6EF8}"/>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128811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E2351B-2504-9152-7A02-5A5B29C552E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07A6EA3-D67E-4A37-7976-5896A6EE06D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A3D5A42-559D-99A0-7DC7-A95C4718376B}"/>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5" name="Marcador de pie de página 4">
            <a:extLst>
              <a:ext uri="{FF2B5EF4-FFF2-40B4-BE49-F238E27FC236}">
                <a16:creationId xmlns:a16="http://schemas.microsoft.com/office/drawing/2014/main" id="{D2078FB1-6131-347F-2783-B303BA1B519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33DE08-3F86-04C1-EFEF-CBC8DBBF800F}"/>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1411033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208959-88A9-D9B1-26DB-F0B5855AB60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8BBEFFA-4277-8BAD-6D02-362B646297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1BE0A0-CB1B-79C0-6141-D9E7087CCBD7}"/>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5" name="Marcador de pie de página 4">
            <a:extLst>
              <a:ext uri="{FF2B5EF4-FFF2-40B4-BE49-F238E27FC236}">
                <a16:creationId xmlns:a16="http://schemas.microsoft.com/office/drawing/2014/main" id="{1CD7A6AE-000B-90B0-98B7-936418F3C74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7A424B5-BAF5-A5DB-BEA6-DDC8B2E013AC}"/>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1375788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65F273-213F-51DF-89FE-B528124F61F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007442D-1E9B-C359-0CD0-58195A81E6C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40DE577-5031-BFDD-E2E9-EA619F27725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3DF05C4-84A0-DFDE-FB72-B8F11BC089A9}"/>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6" name="Marcador de pie de página 5">
            <a:extLst>
              <a:ext uri="{FF2B5EF4-FFF2-40B4-BE49-F238E27FC236}">
                <a16:creationId xmlns:a16="http://schemas.microsoft.com/office/drawing/2014/main" id="{8A162A38-D4DE-D344-0432-D67D6FB618F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4067AF0-D1E2-DE8C-3B47-F74D532BCD41}"/>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1713751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5453D2-4437-EE04-492D-7BFE21C1DAA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06BF6B1-38B3-B7FC-F79F-2CB06F5112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0291D92-D536-E2AF-7A04-2139DA41067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C7B1840-10F7-E2CD-DCC8-58A4127056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BB907FC-B28F-749F-51E7-AB21E380491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8622EF6-6C93-E9F5-0271-29367F5D06D1}"/>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8" name="Marcador de pie de página 7">
            <a:extLst>
              <a:ext uri="{FF2B5EF4-FFF2-40B4-BE49-F238E27FC236}">
                <a16:creationId xmlns:a16="http://schemas.microsoft.com/office/drawing/2014/main" id="{2BEB840B-607F-0263-2D8B-7566AEBEDA7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5B23758C-8F90-0B2A-91EE-851A9188636B}"/>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4101919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D7CE1A-CBFA-6D58-F350-1D7E445360F4}"/>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01BB4628-73AE-D828-5CE1-4A00CB31F9E2}"/>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4" name="Marcador de pie de página 3">
            <a:extLst>
              <a:ext uri="{FF2B5EF4-FFF2-40B4-BE49-F238E27FC236}">
                <a16:creationId xmlns:a16="http://schemas.microsoft.com/office/drawing/2014/main" id="{C176A8F0-623B-73E2-643C-C3CF6369289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8E7EF6D-9E89-DE00-3EEC-065AAD3706A2}"/>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3746051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E2E684D-F063-4F93-7DF9-CA041FC8874C}"/>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3" name="Marcador de pie de página 2">
            <a:extLst>
              <a:ext uri="{FF2B5EF4-FFF2-40B4-BE49-F238E27FC236}">
                <a16:creationId xmlns:a16="http://schemas.microsoft.com/office/drawing/2014/main" id="{75C285E5-ECB9-06DF-1CE8-031C652E15C6}"/>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3E97F8F2-48AD-0F21-D68B-EA83677DEEEC}"/>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2569048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DA1DE-755D-7FF9-0726-D4EB45D3933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C6B3E25-A820-71BA-D643-3204F2F60F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E0562DB-5C87-1D8B-D850-B9AC5A18F0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C6094D7-C2B8-A775-D736-B5AFB9B16271}"/>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6" name="Marcador de pie de página 5">
            <a:extLst>
              <a:ext uri="{FF2B5EF4-FFF2-40B4-BE49-F238E27FC236}">
                <a16:creationId xmlns:a16="http://schemas.microsoft.com/office/drawing/2014/main" id="{48EA26BF-08B2-6607-C9CA-F62CFC68AFC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E77081C-AAF3-0C29-FB9E-3A2F2CE4F4A0}"/>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2001969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28D24D-7909-0C07-E80B-0BAB0369F7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491D759-E662-BD66-1C0B-869CF9ED8C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E9B533AC-94D5-C182-87AD-204402E9CF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091A30B-9760-C43F-5493-460BD3733CDC}"/>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6" name="Marcador de pie de página 5">
            <a:extLst>
              <a:ext uri="{FF2B5EF4-FFF2-40B4-BE49-F238E27FC236}">
                <a16:creationId xmlns:a16="http://schemas.microsoft.com/office/drawing/2014/main" id="{880BCDFF-DA05-DB9F-02E8-A65693D40DC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7F5B140-C5E6-723B-20EA-220C4C342CBC}"/>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377954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7D78B-B56B-012A-1062-B1F0E5F0303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259E47F-F999-9751-A90A-0049D63B325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F447FF5-5B75-B5A4-F18B-3F40B92D2DAC}"/>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5" name="Marcador de pie de página 4">
            <a:extLst>
              <a:ext uri="{FF2B5EF4-FFF2-40B4-BE49-F238E27FC236}">
                <a16:creationId xmlns:a16="http://schemas.microsoft.com/office/drawing/2014/main" id="{39DCEC26-ABD9-29C6-82EA-86B7C6B8466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7BF15DA-9A3F-7AD2-2985-4C36F2EE6D34}"/>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1466006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4151550-D537-C56B-D3D0-8AFEDA36269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3C70FB7-FC3A-A052-CF6E-24EACF8ECDA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702EC3E-7B34-2DB6-9F5D-F04702DD16CE}"/>
              </a:ext>
            </a:extLst>
          </p:cNvPr>
          <p:cNvSpPr>
            <a:spLocks noGrp="1"/>
          </p:cNvSpPr>
          <p:nvPr>
            <p:ph type="dt" sz="half" idx="10"/>
          </p:nvPr>
        </p:nvSpPr>
        <p:spPr/>
        <p:txBody>
          <a:bodyPr/>
          <a:lstStyle/>
          <a:p>
            <a:fld id="{A485B77C-91B0-49FD-8C21-460E95D98439}" type="datetimeFigureOut">
              <a:rPr lang="es-ES" smtClean="0"/>
              <a:t>08/10/2026</a:t>
            </a:fld>
            <a:endParaRPr lang="es-ES"/>
          </a:p>
        </p:txBody>
      </p:sp>
      <p:sp>
        <p:nvSpPr>
          <p:cNvPr id="5" name="Marcador de pie de página 4">
            <a:extLst>
              <a:ext uri="{FF2B5EF4-FFF2-40B4-BE49-F238E27FC236}">
                <a16:creationId xmlns:a16="http://schemas.microsoft.com/office/drawing/2014/main" id="{3BFDD7D0-8B06-3EA1-BADB-153BF118539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930E8BA-0D68-E898-7574-28592394932C}"/>
              </a:ext>
            </a:extLst>
          </p:cNvPr>
          <p:cNvSpPr>
            <a:spLocks noGrp="1"/>
          </p:cNvSpPr>
          <p:nvPr>
            <p:ph type="sldNum" sz="quarter" idx="12"/>
          </p:nvPr>
        </p:nvSpPr>
        <p:spPr/>
        <p:txBody>
          <a:bodyPr/>
          <a:lstStyle/>
          <a:p>
            <a:fld id="{91C3DA6C-273F-48F6-B5D6-7277AD0A0DC0}" type="slidenum">
              <a:rPr lang="es-ES" smtClean="0"/>
              <a:t>‹Nº›</a:t>
            </a:fld>
            <a:endParaRPr lang="es-ES"/>
          </a:p>
        </p:txBody>
      </p:sp>
    </p:spTree>
    <p:extLst>
      <p:ext uri="{BB962C8B-B14F-4D97-AF65-F5344CB8AC3E}">
        <p14:creationId xmlns:p14="http://schemas.microsoft.com/office/powerpoint/2010/main" val="1168353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84D4722-24BA-D8EE-9AA6-9E1689EF9F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7698E48-93CB-DE20-A548-F3550FFE83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9CC6BD9-6BD0-724B-994D-D20DB683A3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85B77C-91B0-49FD-8C21-460E95D98439}" type="datetimeFigureOut">
              <a:rPr lang="es-ES" smtClean="0"/>
              <a:t>08/10/2026</a:t>
            </a:fld>
            <a:endParaRPr lang="es-ES"/>
          </a:p>
        </p:txBody>
      </p:sp>
      <p:sp>
        <p:nvSpPr>
          <p:cNvPr id="5" name="Marcador de pie de página 4">
            <a:extLst>
              <a:ext uri="{FF2B5EF4-FFF2-40B4-BE49-F238E27FC236}">
                <a16:creationId xmlns:a16="http://schemas.microsoft.com/office/drawing/2014/main" id="{2056BFC8-0536-1642-1806-0EFCBABAC4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54B078FE-36BD-1345-83D8-FF1CBEE66C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C3DA6C-273F-48F6-B5D6-7277AD0A0DC0}" type="slidenum">
              <a:rPr lang="es-ES" smtClean="0"/>
              <a:t>‹Nº›</a:t>
            </a:fld>
            <a:endParaRPr lang="es-ES"/>
          </a:p>
        </p:txBody>
      </p:sp>
    </p:spTree>
    <p:extLst>
      <p:ext uri="{BB962C8B-B14F-4D97-AF65-F5344CB8AC3E}">
        <p14:creationId xmlns:p14="http://schemas.microsoft.com/office/powerpoint/2010/main" val="2673521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Logotipo, nombre de la empresa&#10;&#10;El contenido generado por IA puede ser incorrecto.">
            <a:extLst>
              <a:ext uri="{FF2B5EF4-FFF2-40B4-BE49-F238E27FC236}">
                <a16:creationId xmlns:a16="http://schemas.microsoft.com/office/drawing/2014/main" id="{0D2BEEA4-1EC8-64FF-1CA8-8B2722A6A36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374717" y="0"/>
            <a:ext cx="3730337" cy="2067791"/>
          </a:xfrm>
          <a:prstGeom prst="rect">
            <a:avLst/>
          </a:prstGeom>
        </p:spPr>
      </p:pic>
      <p:sp>
        <p:nvSpPr>
          <p:cNvPr id="3" name="Subtítulo 2">
            <a:extLst>
              <a:ext uri="{FF2B5EF4-FFF2-40B4-BE49-F238E27FC236}">
                <a16:creationId xmlns:a16="http://schemas.microsoft.com/office/drawing/2014/main" id="{112050AC-70CD-7D53-2601-4E5655F5C5C4}"/>
              </a:ext>
            </a:extLst>
          </p:cNvPr>
          <p:cNvSpPr>
            <a:spLocks noGrp="1"/>
          </p:cNvSpPr>
          <p:nvPr>
            <p:ph type="subTitle" idx="1"/>
          </p:nvPr>
        </p:nvSpPr>
        <p:spPr>
          <a:xfrm>
            <a:off x="446566" y="1577009"/>
            <a:ext cx="11745433" cy="5280989"/>
          </a:xfrm>
        </p:spPr>
        <p:txBody>
          <a:bodyPr>
            <a:normAutofit fontScale="25000" lnSpcReduction="20000"/>
          </a:bodyPr>
          <a:lstStyle/>
          <a:p>
            <a:r>
              <a:rPr lang="es-ES" sz="11200" b="1" dirty="0"/>
              <a:t> </a:t>
            </a:r>
            <a:r>
              <a:rPr lang="es-ES" sz="9600" b="1" dirty="0">
                <a:solidFill>
                  <a:srgbClr val="00B0F0"/>
                </a:solidFill>
              </a:rPr>
              <a:t>Tecnológico Nacional de México</a:t>
            </a:r>
          </a:p>
          <a:p>
            <a:r>
              <a:rPr lang="es-ES" sz="9600" b="1" dirty="0">
                <a:solidFill>
                  <a:srgbClr val="00B0F0"/>
                </a:solidFill>
              </a:rPr>
              <a:t>   Instituto Tecnológico de Frontera Comalapa</a:t>
            </a:r>
          </a:p>
          <a:p>
            <a:endParaRPr lang="es-ES" sz="4800" dirty="0"/>
          </a:p>
          <a:p>
            <a:r>
              <a:rPr lang="es-ES" sz="7200" b="1" dirty="0">
                <a:solidFill>
                  <a:srgbClr val="00B0F0"/>
                </a:solidFill>
              </a:rPr>
              <a:t>Docente:</a:t>
            </a:r>
            <a:r>
              <a:rPr lang="es-ES" sz="7200" b="1" dirty="0"/>
              <a:t> Ing. Francisco Javier Mingo Velázquez </a:t>
            </a:r>
          </a:p>
          <a:p>
            <a:r>
              <a:rPr lang="es-ES" sz="7200" b="1" dirty="0"/>
              <a:t> </a:t>
            </a:r>
          </a:p>
          <a:p>
            <a:r>
              <a:rPr lang="es-ES" sz="7200" b="1" dirty="0">
                <a:solidFill>
                  <a:srgbClr val="00B0F0"/>
                </a:solidFill>
              </a:rPr>
              <a:t>Alumno:</a:t>
            </a:r>
            <a:r>
              <a:rPr lang="es-ES" sz="7200" b="1" dirty="0"/>
              <a:t> Gerardo Gabriel Santizo López </a:t>
            </a:r>
          </a:p>
          <a:p>
            <a:endParaRPr lang="es-ES" sz="7200" b="1" dirty="0"/>
          </a:p>
          <a:p>
            <a:r>
              <a:rPr lang="es-ES" sz="7200" b="1" dirty="0">
                <a:solidFill>
                  <a:srgbClr val="00B0F0"/>
                </a:solidFill>
              </a:rPr>
              <a:t>Materia:</a:t>
            </a:r>
            <a:r>
              <a:rPr lang="es-ES" sz="7200" b="1" dirty="0"/>
              <a:t> Estructura de Datos  </a:t>
            </a:r>
          </a:p>
          <a:p>
            <a:endParaRPr lang="es-ES" sz="7200" b="1" dirty="0"/>
          </a:p>
          <a:p>
            <a:r>
              <a:rPr lang="es-ES" sz="7200" b="1" dirty="0">
                <a:solidFill>
                  <a:srgbClr val="00B0F0"/>
                </a:solidFill>
              </a:rPr>
              <a:t>Semestre:</a:t>
            </a:r>
            <a:r>
              <a:rPr lang="es-ES" sz="7200" b="1" dirty="0"/>
              <a:t> 3er. </a:t>
            </a:r>
          </a:p>
          <a:p>
            <a:r>
              <a:rPr lang="es-ES" sz="7200" b="1" dirty="0">
                <a:solidFill>
                  <a:srgbClr val="00B0F0"/>
                </a:solidFill>
              </a:rPr>
              <a:t>Modalidad: </a:t>
            </a:r>
            <a:r>
              <a:rPr lang="es-ES" sz="7200" b="1" dirty="0"/>
              <a:t>escolarizada </a:t>
            </a:r>
          </a:p>
          <a:p>
            <a:r>
              <a:rPr lang="es-ES" sz="7200" b="1" dirty="0">
                <a:solidFill>
                  <a:srgbClr val="00B0F0"/>
                </a:solidFill>
              </a:rPr>
              <a:t>Número de control:</a:t>
            </a:r>
            <a:r>
              <a:rPr lang="es-ES" sz="7200" b="1" dirty="0"/>
              <a:t> 251260214 </a:t>
            </a:r>
          </a:p>
          <a:p>
            <a:r>
              <a:rPr lang="es-ES" sz="7200" b="1" dirty="0">
                <a:solidFill>
                  <a:srgbClr val="00B0F0"/>
                </a:solidFill>
              </a:rPr>
              <a:t>Carrera</a:t>
            </a:r>
            <a:r>
              <a:rPr lang="es-ES" sz="7200" b="1" dirty="0"/>
              <a:t>: Ing. Sistema Computacionales </a:t>
            </a:r>
          </a:p>
          <a:p>
            <a:r>
              <a:rPr lang="es-ES" sz="7200" b="1" dirty="0">
                <a:solidFill>
                  <a:srgbClr val="00B0F0"/>
                </a:solidFill>
              </a:rPr>
              <a:t>Trabajo:</a:t>
            </a:r>
            <a:r>
              <a:rPr lang="es-ES" sz="7200" b="1" dirty="0"/>
              <a:t> Banco de ejercicios</a:t>
            </a:r>
          </a:p>
          <a:p>
            <a:endParaRPr lang="es-ES" dirty="0"/>
          </a:p>
        </p:txBody>
      </p:sp>
      <p:pic>
        <p:nvPicPr>
          <p:cNvPr id="7" name="Imagen 6" descr="Imagen que contiene Logotipo&#10;&#10;El contenido generado por IA puede ser incorrecto.">
            <a:extLst>
              <a:ext uri="{FF2B5EF4-FFF2-40B4-BE49-F238E27FC236}">
                <a16:creationId xmlns:a16="http://schemas.microsoft.com/office/drawing/2014/main" id="{478040CB-5F5B-6949-587E-896D2DF0E23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8026" y="356430"/>
            <a:ext cx="3730338" cy="1188678"/>
          </a:xfrm>
          <a:prstGeom prst="rect">
            <a:avLst/>
          </a:prstGeom>
        </p:spPr>
      </p:pic>
      <p:pic>
        <p:nvPicPr>
          <p:cNvPr id="9" name="Imagen 8" descr="Diagrama, Forma, Flecha&#10;&#10;El contenido generado por IA puede ser incorrecto.">
            <a:extLst>
              <a:ext uri="{FF2B5EF4-FFF2-40B4-BE49-F238E27FC236}">
                <a16:creationId xmlns:a16="http://schemas.microsoft.com/office/drawing/2014/main" id="{ABE8489B-4470-9E80-909E-E78823BC342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378539" y="1"/>
            <a:ext cx="3539976" cy="1901536"/>
          </a:xfrm>
          <a:prstGeom prst="rect">
            <a:avLst/>
          </a:prstGeom>
        </p:spPr>
      </p:pic>
    </p:spTree>
    <p:extLst>
      <p:ext uri="{BB962C8B-B14F-4D97-AF65-F5344CB8AC3E}">
        <p14:creationId xmlns:p14="http://schemas.microsoft.com/office/powerpoint/2010/main" val="2695076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7D9AF30-DCA7-BF1E-35CC-ACFC2B32C6AE}"/>
              </a:ext>
            </a:extLst>
          </p:cNvPr>
          <p:cNvSpPr txBox="1"/>
          <p:nvPr/>
        </p:nvSpPr>
        <p:spPr>
          <a:xfrm>
            <a:off x="5171440" y="271780"/>
            <a:ext cx="1849120" cy="400110"/>
          </a:xfrm>
          <a:prstGeom prst="rect">
            <a:avLst/>
          </a:prstGeom>
          <a:noFill/>
        </p:spPr>
        <p:txBody>
          <a:bodyPr wrap="square" rtlCol="0">
            <a:spAutoFit/>
          </a:bodyPr>
          <a:lstStyle/>
          <a:p>
            <a:r>
              <a:rPr lang="es-MX" sz="2000" b="1" dirty="0"/>
              <a:t>introducción</a:t>
            </a:r>
            <a:endParaRPr lang="es-ES" sz="2000" b="1" dirty="0"/>
          </a:p>
        </p:txBody>
      </p:sp>
      <p:sp>
        <p:nvSpPr>
          <p:cNvPr id="3" name="CuadroTexto 2">
            <a:extLst>
              <a:ext uri="{FF2B5EF4-FFF2-40B4-BE49-F238E27FC236}">
                <a16:creationId xmlns:a16="http://schemas.microsoft.com/office/drawing/2014/main" id="{04205F3B-F591-9335-0CBD-F57700682C65}"/>
              </a:ext>
            </a:extLst>
          </p:cNvPr>
          <p:cNvSpPr txBox="1"/>
          <p:nvPr/>
        </p:nvSpPr>
        <p:spPr>
          <a:xfrm>
            <a:off x="2946400" y="1229360"/>
            <a:ext cx="6299200" cy="3816429"/>
          </a:xfrm>
          <a:prstGeom prst="rect">
            <a:avLst/>
          </a:prstGeom>
          <a:noFill/>
        </p:spPr>
        <p:txBody>
          <a:bodyPr wrap="square" rtlCol="0">
            <a:spAutoFit/>
          </a:bodyPr>
          <a:lstStyle/>
          <a:p>
            <a:pPr algn="just"/>
            <a:r>
              <a:rPr lang="es-ES" sz="1600" dirty="0">
                <a:latin typeface="Arial" panose="020B0604020202020204" pitchFamily="34" charset="0"/>
                <a:cs typeface="Arial" panose="020B0604020202020204" pitchFamily="34" charset="0"/>
              </a:rPr>
              <a:t>El manejo de la información en el desarrollo de software exige modelos organizativos que aseguren el orden, la integridad y el acceso óptimo a los datos. Las estructuras de datos lineales representan la solución más directa a esta necesidad, caracterizándose por enlazar sus elementos en una secuencia unidimensional donde cada nodo posee un único antecedente y un consecuente inmediato.</a:t>
            </a:r>
          </a:p>
          <a:p>
            <a:pPr algn="just"/>
            <a:r>
              <a:rPr lang="es-ES" sz="1600" dirty="0">
                <a:latin typeface="Arial" panose="020B0604020202020204" pitchFamily="34" charset="0"/>
                <a:cs typeface="Arial" panose="020B0604020202020204" pitchFamily="34" charset="0"/>
              </a:rPr>
              <a:t>Este documento presenta una revisión técnica de los tres pilares lineales de la programación: </a:t>
            </a:r>
            <a:r>
              <a:rPr lang="es-ES" sz="1600" b="1" dirty="0">
                <a:latin typeface="Arial" panose="020B0604020202020204" pitchFamily="34" charset="0"/>
                <a:cs typeface="Arial" panose="020B0604020202020204" pitchFamily="34" charset="0"/>
              </a:rPr>
              <a:t>pilas, colas y listas enlazadas</a:t>
            </a:r>
            <a:r>
              <a:rPr lang="es-ES" sz="1600" dirty="0">
                <a:latin typeface="Arial" panose="020B0604020202020204" pitchFamily="34" charset="0"/>
                <a:cs typeface="Arial" panose="020B0604020202020204" pitchFamily="34" charset="0"/>
              </a:rPr>
              <a:t>. El reporte detalla cómo se configuran físicamente en los módulos de memoria, las primitivas lógicas que gobiernan su comportamiento (como los mecanismos LIFO y FIFO) y las variantes estructurales avanzadas que derivan de ellas, proporcionando una visión integral de su papel en la computación moderna.</a:t>
            </a:r>
          </a:p>
          <a:p>
            <a:endParaRPr lang="es-ES" dirty="0"/>
          </a:p>
        </p:txBody>
      </p:sp>
    </p:spTree>
    <p:extLst>
      <p:ext uri="{BB962C8B-B14F-4D97-AF65-F5344CB8AC3E}">
        <p14:creationId xmlns:p14="http://schemas.microsoft.com/office/powerpoint/2010/main" val="144392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707A07E-70E3-72EF-B121-CDFFBA257038}"/>
              </a:ext>
            </a:extLst>
          </p:cNvPr>
          <p:cNvSpPr txBox="1"/>
          <p:nvPr/>
        </p:nvSpPr>
        <p:spPr>
          <a:xfrm>
            <a:off x="5241952" y="101600"/>
            <a:ext cx="1708096" cy="400110"/>
          </a:xfrm>
          <a:prstGeom prst="rect">
            <a:avLst/>
          </a:prstGeom>
          <a:noFill/>
        </p:spPr>
        <p:txBody>
          <a:bodyPr wrap="none" rtlCol="0">
            <a:spAutoFit/>
          </a:bodyPr>
          <a:lstStyle/>
          <a:p>
            <a:r>
              <a:rPr lang="es-MX" sz="2000" b="1" dirty="0"/>
              <a:t>Justificación</a:t>
            </a:r>
            <a:r>
              <a:rPr lang="es-MX" dirty="0"/>
              <a:t> </a:t>
            </a:r>
            <a:endParaRPr lang="es-ES" dirty="0"/>
          </a:p>
        </p:txBody>
      </p:sp>
      <p:sp>
        <p:nvSpPr>
          <p:cNvPr id="3" name="CuadroTexto 2">
            <a:extLst>
              <a:ext uri="{FF2B5EF4-FFF2-40B4-BE49-F238E27FC236}">
                <a16:creationId xmlns:a16="http://schemas.microsoft.com/office/drawing/2014/main" id="{28178E6F-B76B-DD57-4779-3F707D4E83C3}"/>
              </a:ext>
            </a:extLst>
          </p:cNvPr>
          <p:cNvSpPr txBox="1"/>
          <p:nvPr/>
        </p:nvSpPr>
        <p:spPr>
          <a:xfrm>
            <a:off x="3007360" y="1209040"/>
            <a:ext cx="7030719" cy="4185761"/>
          </a:xfrm>
          <a:prstGeom prst="rect">
            <a:avLst/>
          </a:prstGeom>
          <a:noFill/>
        </p:spPr>
        <p:txBody>
          <a:bodyPr wrap="square" rtlCol="0">
            <a:spAutoFit/>
          </a:bodyPr>
          <a:lstStyle/>
          <a:p>
            <a:pPr algn="just"/>
            <a:r>
              <a:rPr lang="es-ES" sz="1600" dirty="0">
                <a:latin typeface="Arial" panose="020B0604020202020204" pitchFamily="34" charset="0"/>
                <a:cs typeface="Arial" panose="020B0604020202020204" pitchFamily="34" charset="0"/>
              </a:rPr>
              <a:t>La pertinencia de este análisis radica en el impacto directo que tiene la elección de la estructura de datos sobre la complejidad algorítmica y el rendimiento de los sistemas de información. No existe una estructura universal; la eficiencia de un programa depende de emparejar el problema correcto con la herramienta adecuada:</a:t>
            </a:r>
          </a:p>
          <a:p>
            <a:pPr lvl="0" algn="just"/>
            <a:r>
              <a:rPr lang="es-ES" sz="1600" b="1" dirty="0">
                <a:latin typeface="Arial" panose="020B0604020202020204" pitchFamily="34" charset="0"/>
                <a:cs typeface="Arial" panose="020B0604020202020204" pitchFamily="34" charset="0"/>
              </a:rPr>
              <a:t>Optimización de Memoria:</a:t>
            </a:r>
            <a:r>
              <a:rPr lang="es-ES" sz="1600" dirty="0">
                <a:latin typeface="Arial" panose="020B0604020202020204" pitchFamily="34" charset="0"/>
                <a:cs typeface="Arial" panose="020B0604020202020204" pitchFamily="34" charset="0"/>
              </a:rPr>
              <a:t> El estudio de las representaciones estáticas y dinámicas permite a los desarrolladores decidir entre la predictibilidad de los arreglos o la flexibilidad del uso de punteros en la memoria RAM.</a:t>
            </a:r>
          </a:p>
          <a:p>
            <a:pPr lvl="0" algn="just"/>
            <a:r>
              <a:rPr lang="es-ES" sz="1600" b="1" dirty="0">
                <a:latin typeface="Arial" panose="020B0604020202020204" pitchFamily="34" charset="0"/>
                <a:cs typeface="Arial" panose="020B0604020202020204" pitchFamily="34" charset="0"/>
              </a:rPr>
              <a:t>Control de Procesos:</a:t>
            </a:r>
            <a:r>
              <a:rPr lang="es-ES" sz="1600" dirty="0">
                <a:latin typeface="Arial" panose="020B0604020202020204" pitchFamily="34" charset="0"/>
                <a:cs typeface="Arial" panose="020B0604020202020204" pitchFamily="34" charset="0"/>
              </a:rPr>
              <a:t> Las variantes de las colas (simples, circulares y </a:t>
            </a:r>
            <a:r>
              <a:rPr lang="es-ES" sz="1600" dirty="0" err="1">
                <a:latin typeface="Arial" panose="020B0604020202020204" pitchFamily="34" charset="0"/>
                <a:cs typeface="Arial" panose="020B0604020202020204" pitchFamily="34" charset="0"/>
              </a:rPr>
              <a:t>bicolas</a:t>
            </a:r>
            <a:r>
              <a:rPr lang="es-ES" sz="1600" dirty="0">
                <a:latin typeface="Arial" panose="020B0604020202020204" pitchFamily="34" charset="0"/>
                <a:cs typeface="Arial" panose="020B0604020202020204" pitchFamily="34" charset="0"/>
              </a:rPr>
              <a:t>) y el uso estricto de pilas son vitales para el diseño de sistemas operativos, la gestión de hilos de ejecución y la comunicación en redes.</a:t>
            </a:r>
          </a:p>
          <a:p>
            <a:pPr lvl="0" algn="just"/>
            <a:r>
              <a:rPr lang="es-ES" sz="1600" b="1" dirty="0">
                <a:latin typeface="Arial" panose="020B0604020202020204" pitchFamily="34" charset="0"/>
                <a:cs typeface="Arial" panose="020B0604020202020204" pitchFamily="34" charset="0"/>
              </a:rPr>
              <a:t>Estructuración Flexible:</a:t>
            </a:r>
            <a:r>
              <a:rPr lang="es-ES" sz="1600" dirty="0">
                <a:latin typeface="Arial" panose="020B0604020202020204" pitchFamily="34" charset="0"/>
                <a:cs typeface="Arial" panose="020B0604020202020204" pitchFamily="34" charset="0"/>
              </a:rPr>
              <a:t> Las listas (simplemente enlazadas, dobles y circulares) resuelven la rigidez del almacenamiento continuo, permitiendo inserciones y eliminaciones en tiempo de ejecución sin penalizar el rendimiento global.</a:t>
            </a:r>
          </a:p>
          <a:p>
            <a:pPr algn="just"/>
            <a:endParaRPr lang="es-ES" dirty="0"/>
          </a:p>
        </p:txBody>
      </p:sp>
    </p:spTree>
    <p:extLst>
      <p:ext uri="{BB962C8B-B14F-4D97-AF65-F5344CB8AC3E}">
        <p14:creationId xmlns:p14="http://schemas.microsoft.com/office/powerpoint/2010/main" val="125426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7704340-49CC-C18D-083D-A9175BDE0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4376"/>
            <a:ext cx="6315740" cy="3552604"/>
          </a:xfrm>
          <a:prstGeom prst="rect">
            <a:avLst/>
          </a:prstGeom>
        </p:spPr>
      </p:pic>
      <p:cxnSp>
        <p:nvCxnSpPr>
          <p:cNvPr id="2" name="Conector recto de flecha 1">
            <a:extLst>
              <a:ext uri="{FF2B5EF4-FFF2-40B4-BE49-F238E27FC236}">
                <a16:creationId xmlns:a16="http://schemas.microsoft.com/office/drawing/2014/main" id="{BB0CCD79-1C7A-3BF3-8A25-4D09C92C2584}"/>
              </a:ext>
            </a:extLst>
          </p:cNvPr>
          <p:cNvCxnSpPr>
            <a:cxnSpLocks/>
          </p:cNvCxnSpPr>
          <p:nvPr/>
        </p:nvCxnSpPr>
        <p:spPr>
          <a:xfrm flipH="1" flipV="1">
            <a:off x="4138581" y="2586101"/>
            <a:ext cx="3050496" cy="614577"/>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 name="Conector recto de flecha 4">
            <a:extLst>
              <a:ext uri="{FF2B5EF4-FFF2-40B4-BE49-F238E27FC236}">
                <a16:creationId xmlns:a16="http://schemas.microsoft.com/office/drawing/2014/main" id="{8985CBBB-6012-A92A-A3C9-F56C86CC9A11}"/>
              </a:ext>
            </a:extLst>
          </p:cNvPr>
          <p:cNvCxnSpPr>
            <a:cxnSpLocks/>
          </p:cNvCxnSpPr>
          <p:nvPr/>
        </p:nvCxnSpPr>
        <p:spPr>
          <a:xfrm flipH="1" flipV="1">
            <a:off x="3405352" y="2893389"/>
            <a:ext cx="3783725" cy="30728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 name="CuadroTexto 7">
            <a:extLst>
              <a:ext uri="{FF2B5EF4-FFF2-40B4-BE49-F238E27FC236}">
                <a16:creationId xmlns:a16="http://schemas.microsoft.com/office/drawing/2014/main" id="{E1ADB8C8-415A-16BC-E8DA-80926DBFEE11}"/>
              </a:ext>
            </a:extLst>
          </p:cNvPr>
          <p:cNvSpPr txBox="1"/>
          <p:nvPr/>
        </p:nvSpPr>
        <p:spPr>
          <a:xfrm>
            <a:off x="7430814" y="3195145"/>
            <a:ext cx="4148956" cy="523220"/>
          </a:xfrm>
          <a:prstGeom prst="rect">
            <a:avLst/>
          </a:prstGeom>
          <a:noFill/>
        </p:spPr>
        <p:txBody>
          <a:bodyPr wrap="none" rtlCol="0">
            <a:spAutoFit/>
          </a:bodyPr>
          <a:lstStyle/>
          <a:p>
            <a:r>
              <a:rPr lang="es-MX" sz="1400" dirty="0"/>
              <a:t>Aquí es su tamaño de la ventana y su ejecución del </a:t>
            </a:r>
          </a:p>
          <a:p>
            <a:r>
              <a:rPr lang="es-MX" sz="1400" dirty="0"/>
              <a:t>programa</a:t>
            </a:r>
            <a:endParaRPr lang="es-ES" sz="1400" dirty="0"/>
          </a:p>
        </p:txBody>
      </p:sp>
      <p:cxnSp>
        <p:nvCxnSpPr>
          <p:cNvPr id="9" name="Conector recto de flecha 8">
            <a:extLst>
              <a:ext uri="{FF2B5EF4-FFF2-40B4-BE49-F238E27FC236}">
                <a16:creationId xmlns:a16="http://schemas.microsoft.com/office/drawing/2014/main" id="{2078356B-CCE7-7818-F9B3-9D10B0CE1965}"/>
              </a:ext>
            </a:extLst>
          </p:cNvPr>
          <p:cNvCxnSpPr>
            <a:cxnSpLocks/>
          </p:cNvCxnSpPr>
          <p:nvPr/>
        </p:nvCxnSpPr>
        <p:spPr>
          <a:xfrm flipH="1" flipV="1">
            <a:off x="4138581" y="1562986"/>
            <a:ext cx="3050496" cy="163215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0444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778EB68-ADDF-AB56-7A98-36FA96AD1B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96" y="1714668"/>
            <a:ext cx="5416952" cy="3047035"/>
          </a:xfrm>
          <a:prstGeom prst="rect">
            <a:avLst/>
          </a:prstGeom>
        </p:spPr>
      </p:pic>
      <p:cxnSp>
        <p:nvCxnSpPr>
          <p:cNvPr id="2" name="Conector recto de flecha 1">
            <a:extLst>
              <a:ext uri="{FF2B5EF4-FFF2-40B4-BE49-F238E27FC236}">
                <a16:creationId xmlns:a16="http://schemas.microsoft.com/office/drawing/2014/main" id="{1E370C7B-539F-86D0-065A-4696CF74E8DC}"/>
              </a:ext>
            </a:extLst>
          </p:cNvPr>
          <p:cNvCxnSpPr>
            <a:cxnSpLocks/>
          </p:cNvCxnSpPr>
          <p:nvPr/>
        </p:nvCxnSpPr>
        <p:spPr>
          <a:xfrm flipH="1">
            <a:off x="3500505" y="2594344"/>
            <a:ext cx="3729635" cy="204962"/>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CuadroTexto 4">
            <a:extLst>
              <a:ext uri="{FF2B5EF4-FFF2-40B4-BE49-F238E27FC236}">
                <a16:creationId xmlns:a16="http://schemas.microsoft.com/office/drawing/2014/main" id="{A07188A4-D8A8-A9E4-A6D2-9BDFC2283D7A}"/>
              </a:ext>
            </a:extLst>
          </p:cNvPr>
          <p:cNvSpPr txBox="1"/>
          <p:nvPr/>
        </p:nvSpPr>
        <p:spPr>
          <a:xfrm>
            <a:off x="7442791" y="2360428"/>
            <a:ext cx="4575804" cy="646331"/>
          </a:xfrm>
          <a:prstGeom prst="rect">
            <a:avLst/>
          </a:prstGeom>
          <a:noFill/>
        </p:spPr>
        <p:txBody>
          <a:bodyPr wrap="none" rtlCol="0">
            <a:spAutoFit/>
          </a:bodyPr>
          <a:lstStyle/>
          <a:p>
            <a:r>
              <a:rPr lang="es-MX" dirty="0"/>
              <a:t>Aquí esta la interfaz principal de pilas, colas </a:t>
            </a:r>
          </a:p>
          <a:p>
            <a:r>
              <a:rPr lang="es-MX" dirty="0"/>
              <a:t>Y listas </a:t>
            </a:r>
            <a:endParaRPr lang="es-ES" dirty="0"/>
          </a:p>
        </p:txBody>
      </p:sp>
      <p:cxnSp>
        <p:nvCxnSpPr>
          <p:cNvPr id="7" name="Conector recto de flecha 6">
            <a:extLst>
              <a:ext uri="{FF2B5EF4-FFF2-40B4-BE49-F238E27FC236}">
                <a16:creationId xmlns:a16="http://schemas.microsoft.com/office/drawing/2014/main" id="{53F6EA91-1BFA-BAB8-C1BB-69249F18CE72}"/>
              </a:ext>
            </a:extLst>
          </p:cNvPr>
          <p:cNvCxnSpPr>
            <a:cxnSpLocks/>
          </p:cNvCxnSpPr>
          <p:nvPr/>
        </p:nvCxnSpPr>
        <p:spPr>
          <a:xfrm flipH="1" flipV="1">
            <a:off x="3500505" y="3147237"/>
            <a:ext cx="3485086" cy="111641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CuadroTexto 9">
            <a:extLst>
              <a:ext uri="{FF2B5EF4-FFF2-40B4-BE49-F238E27FC236}">
                <a16:creationId xmlns:a16="http://schemas.microsoft.com/office/drawing/2014/main" id="{0FDEA4B5-1616-2FA4-8338-80A98E30A582}"/>
              </a:ext>
            </a:extLst>
          </p:cNvPr>
          <p:cNvSpPr txBox="1"/>
          <p:nvPr/>
        </p:nvSpPr>
        <p:spPr>
          <a:xfrm>
            <a:off x="7315200" y="4189228"/>
            <a:ext cx="3918637" cy="369332"/>
          </a:xfrm>
          <a:prstGeom prst="rect">
            <a:avLst/>
          </a:prstGeom>
          <a:noFill/>
        </p:spPr>
        <p:txBody>
          <a:bodyPr wrap="none" rtlCol="0">
            <a:spAutoFit/>
          </a:bodyPr>
          <a:lstStyle/>
          <a:p>
            <a:r>
              <a:rPr lang="es-MX" dirty="0"/>
              <a:t>Empezaremos con pilas su </a:t>
            </a:r>
            <a:r>
              <a:rPr lang="es-MX" dirty="0" err="1"/>
              <a:t>ejecucion</a:t>
            </a:r>
            <a:r>
              <a:rPr lang="es-MX" dirty="0"/>
              <a:t> </a:t>
            </a:r>
            <a:endParaRPr lang="es-ES" dirty="0"/>
          </a:p>
        </p:txBody>
      </p:sp>
    </p:spTree>
    <p:extLst>
      <p:ext uri="{BB962C8B-B14F-4D97-AF65-F5344CB8AC3E}">
        <p14:creationId xmlns:p14="http://schemas.microsoft.com/office/powerpoint/2010/main" val="4157755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F9EFD90-D92A-9CD6-1FF7-FB1BB1709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13376" cy="3551274"/>
          </a:xfrm>
          <a:prstGeom prst="rect">
            <a:avLst/>
          </a:prstGeom>
        </p:spPr>
      </p:pic>
      <p:pic>
        <p:nvPicPr>
          <p:cNvPr id="5" name="Imagen 4">
            <a:extLst>
              <a:ext uri="{FF2B5EF4-FFF2-40B4-BE49-F238E27FC236}">
                <a16:creationId xmlns:a16="http://schemas.microsoft.com/office/drawing/2014/main" id="{3FF10468-CC2C-066C-2EC0-6D1D433AC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293" y="3704575"/>
            <a:ext cx="5454869" cy="3068364"/>
          </a:xfrm>
          <a:prstGeom prst="rect">
            <a:avLst/>
          </a:prstGeom>
        </p:spPr>
      </p:pic>
      <p:sp>
        <p:nvSpPr>
          <p:cNvPr id="4" name="CuadroTexto 3">
            <a:extLst>
              <a:ext uri="{FF2B5EF4-FFF2-40B4-BE49-F238E27FC236}">
                <a16:creationId xmlns:a16="http://schemas.microsoft.com/office/drawing/2014/main" id="{CFD4ED83-E4A7-7645-5C9E-BF18DCD46B92}"/>
              </a:ext>
            </a:extLst>
          </p:cNvPr>
          <p:cNvSpPr txBox="1"/>
          <p:nvPr/>
        </p:nvSpPr>
        <p:spPr>
          <a:xfrm>
            <a:off x="7171765" y="1452282"/>
            <a:ext cx="5085816" cy="523220"/>
          </a:xfrm>
          <a:prstGeom prst="rect">
            <a:avLst/>
          </a:prstGeom>
          <a:noFill/>
        </p:spPr>
        <p:txBody>
          <a:bodyPr wrap="none" rtlCol="0">
            <a:spAutoFit/>
          </a:bodyPr>
          <a:lstStyle/>
          <a:p>
            <a:r>
              <a:rPr lang="es-MX" sz="1400" dirty="0"/>
              <a:t>Aquí estamos la  primero ejecución de pila antes de agregar los </a:t>
            </a:r>
          </a:p>
          <a:p>
            <a:r>
              <a:rPr lang="es-MX" sz="1400" dirty="0"/>
              <a:t>Datos </a:t>
            </a:r>
            <a:endParaRPr lang="es-ES" sz="1400" dirty="0"/>
          </a:p>
        </p:txBody>
      </p:sp>
      <p:sp>
        <p:nvSpPr>
          <p:cNvPr id="6" name="CuadroTexto 5">
            <a:extLst>
              <a:ext uri="{FF2B5EF4-FFF2-40B4-BE49-F238E27FC236}">
                <a16:creationId xmlns:a16="http://schemas.microsoft.com/office/drawing/2014/main" id="{458CDEC2-3527-2AD0-504E-1084A8EFFA6D}"/>
              </a:ext>
            </a:extLst>
          </p:cNvPr>
          <p:cNvSpPr txBox="1"/>
          <p:nvPr/>
        </p:nvSpPr>
        <p:spPr>
          <a:xfrm>
            <a:off x="814041" y="4849906"/>
            <a:ext cx="5281959" cy="307777"/>
          </a:xfrm>
          <a:prstGeom prst="rect">
            <a:avLst/>
          </a:prstGeom>
          <a:noFill/>
        </p:spPr>
        <p:txBody>
          <a:bodyPr wrap="none" rtlCol="0">
            <a:spAutoFit/>
          </a:bodyPr>
          <a:lstStyle/>
          <a:p>
            <a:r>
              <a:rPr lang="es-MX" sz="1400" dirty="0"/>
              <a:t>Aquí estamos poniendo los  primer datos de la primero ejecución   </a:t>
            </a:r>
            <a:endParaRPr lang="es-ES" sz="1400" dirty="0"/>
          </a:p>
        </p:txBody>
      </p:sp>
    </p:spTree>
    <p:extLst>
      <p:ext uri="{BB962C8B-B14F-4D97-AF65-F5344CB8AC3E}">
        <p14:creationId xmlns:p14="http://schemas.microsoft.com/office/powerpoint/2010/main" val="682851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28371AF-F3F5-A224-39B8-7653B532EC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69984"/>
            <a:ext cx="6574420" cy="3698111"/>
          </a:xfrm>
          <a:prstGeom prst="rect">
            <a:avLst/>
          </a:prstGeom>
        </p:spPr>
      </p:pic>
      <p:sp>
        <p:nvSpPr>
          <p:cNvPr id="2" name="CuadroTexto 1">
            <a:extLst>
              <a:ext uri="{FF2B5EF4-FFF2-40B4-BE49-F238E27FC236}">
                <a16:creationId xmlns:a16="http://schemas.microsoft.com/office/drawing/2014/main" id="{E0B15643-F6A7-C270-B7B1-6765ACC11D90}"/>
              </a:ext>
            </a:extLst>
          </p:cNvPr>
          <p:cNvSpPr txBox="1"/>
          <p:nvPr/>
        </p:nvSpPr>
        <p:spPr>
          <a:xfrm>
            <a:off x="7969624" y="2698376"/>
            <a:ext cx="3684920" cy="646331"/>
          </a:xfrm>
          <a:prstGeom prst="rect">
            <a:avLst/>
          </a:prstGeom>
          <a:noFill/>
        </p:spPr>
        <p:txBody>
          <a:bodyPr wrap="none" rtlCol="0">
            <a:spAutoFit/>
          </a:bodyPr>
          <a:lstStyle/>
          <a:p>
            <a:r>
              <a:rPr lang="es-MX" dirty="0"/>
              <a:t>Aquí ya estamos ejecutando la pila </a:t>
            </a:r>
          </a:p>
          <a:p>
            <a:r>
              <a:rPr lang="es-MX" dirty="0"/>
              <a:t>De agregamos 6 datos </a:t>
            </a:r>
            <a:endParaRPr lang="es-ES" dirty="0"/>
          </a:p>
        </p:txBody>
      </p:sp>
    </p:spTree>
    <p:extLst>
      <p:ext uri="{BB962C8B-B14F-4D97-AF65-F5344CB8AC3E}">
        <p14:creationId xmlns:p14="http://schemas.microsoft.com/office/powerpoint/2010/main" val="1024644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B0D8E62-568B-8517-3090-B858E5CE30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3686"/>
            <a:ext cx="7130005" cy="4010628"/>
          </a:xfrm>
          <a:prstGeom prst="rect">
            <a:avLst/>
          </a:prstGeom>
        </p:spPr>
      </p:pic>
      <p:sp>
        <p:nvSpPr>
          <p:cNvPr id="2" name="CuadroTexto 1">
            <a:extLst>
              <a:ext uri="{FF2B5EF4-FFF2-40B4-BE49-F238E27FC236}">
                <a16:creationId xmlns:a16="http://schemas.microsoft.com/office/drawing/2014/main" id="{57A6D898-7D0A-F0AB-9D45-99105B0A33B3}"/>
              </a:ext>
            </a:extLst>
          </p:cNvPr>
          <p:cNvSpPr txBox="1"/>
          <p:nvPr/>
        </p:nvSpPr>
        <p:spPr>
          <a:xfrm>
            <a:off x="8390965" y="3334871"/>
            <a:ext cx="3835730" cy="923330"/>
          </a:xfrm>
          <a:prstGeom prst="rect">
            <a:avLst/>
          </a:prstGeom>
          <a:noFill/>
        </p:spPr>
        <p:txBody>
          <a:bodyPr wrap="none" rtlCol="0">
            <a:spAutoFit/>
          </a:bodyPr>
          <a:lstStyle/>
          <a:p>
            <a:r>
              <a:rPr lang="es-MX" dirty="0"/>
              <a:t>Ya que </a:t>
            </a:r>
            <a:r>
              <a:rPr lang="es-MX" dirty="0" err="1"/>
              <a:t>desapilamos</a:t>
            </a:r>
            <a:r>
              <a:rPr lang="es-MX" dirty="0"/>
              <a:t> 3 numero como </a:t>
            </a:r>
          </a:p>
          <a:p>
            <a:r>
              <a:rPr lang="es-MX" dirty="0"/>
              <a:t>Recordamos la regla de la pila  </a:t>
            </a:r>
          </a:p>
          <a:p>
            <a:endParaRPr lang="es-ES" dirty="0"/>
          </a:p>
        </p:txBody>
      </p:sp>
    </p:spTree>
    <p:extLst>
      <p:ext uri="{BB962C8B-B14F-4D97-AF65-F5344CB8AC3E}">
        <p14:creationId xmlns:p14="http://schemas.microsoft.com/office/powerpoint/2010/main" val="2235134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CF2C49F-499D-5A9F-62D1-FB27ACFAC9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61329"/>
            <a:ext cx="6285053" cy="3535342"/>
          </a:xfrm>
          <a:prstGeom prst="rect">
            <a:avLst/>
          </a:prstGeom>
        </p:spPr>
      </p:pic>
      <p:sp>
        <p:nvSpPr>
          <p:cNvPr id="2" name="CuadroTexto 1">
            <a:extLst>
              <a:ext uri="{FF2B5EF4-FFF2-40B4-BE49-F238E27FC236}">
                <a16:creationId xmlns:a16="http://schemas.microsoft.com/office/drawing/2014/main" id="{F94316CA-5A8F-CB6E-18C5-5658FC9EE5DE}"/>
              </a:ext>
            </a:extLst>
          </p:cNvPr>
          <p:cNvSpPr txBox="1"/>
          <p:nvPr/>
        </p:nvSpPr>
        <p:spPr>
          <a:xfrm>
            <a:off x="7091082" y="3137647"/>
            <a:ext cx="4703595" cy="646331"/>
          </a:xfrm>
          <a:prstGeom prst="rect">
            <a:avLst/>
          </a:prstGeom>
          <a:noFill/>
        </p:spPr>
        <p:txBody>
          <a:bodyPr wrap="none" rtlCol="0">
            <a:spAutoFit/>
          </a:bodyPr>
          <a:lstStyle/>
          <a:p>
            <a:r>
              <a:rPr lang="es-MX" dirty="0"/>
              <a:t>Aquí agregue 5 datos en la segunda ejecución</a:t>
            </a:r>
          </a:p>
          <a:p>
            <a:endParaRPr lang="es-ES" dirty="0"/>
          </a:p>
        </p:txBody>
      </p:sp>
      <p:cxnSp>
        <p:nvCxnSpPr>
          <p:cNvPr id="5" name="Conector recto de flecha 4">
            <a:extLst>
              <a:ext uri="{FF2B5EF4-FFF2-40B4-BE49-F238E27FC236}">
                <a16:creationId xmlns:a16="http://schemas.microsoft.com/office/drawing/2014/main" id="{8CB0F19B-C67B-0374-11D3-1A09650C8DD3}"/>
              </a:ext>
            </a:extLst>
          </p:cNvPr>
          <p:cNvCxnSpPr>
            <a:cxnSpLocks/>
          </p:cNvCxnSpPr>
          <p:nvPr/>
        </p:nvCxnSpPr>
        <p:spPr>
          <a:xfrm flipH="1" flipV="1">
            <a:off x="2890905" y="4080252"/>
            <a:ext cx="3850554" cy="939983"/>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CuadroTexto 6">
            <a:extLst>
              <a:ext uri="{FF2B5EF4-FFF2-40B4-BE49-F238E27FC236}">
                <a16:creationId xmlns:a16="http://schemas.microsoft.com/office/drawing/2014/main" id="{BE1CC387-C789-7FC8-4464-302454FAD23D}"/>
              </a:ext>
            </a:extLst>
          </p:cNvPr>
          <p:cNvSpPr txBox="1"/>
          <p:nvPr/>
        </p:nvSpPr>
        <p:spPr>
          <a:xfrm>
            <a:off x="6741459" y="4912659"/>
            <a:ext cx="5253618" cy="369332"/>
          </a:xfrm>
          <a:prstGeom prst="rect">
            <a:avLst/>
          </a:prstGeom>
          <a:noFill/>
        </p:spPr>
        <p:txBody>
          <a:bodyPr wrap="none" rtlCol="0">
            <a:spAutoFit/>
          </a:bodyPr>
          <a:lstStyle/>
          <a:p>
            <a:r>
              <a:rPr lang="es-MX" dirty="0"/>
              <a:t>Este botón es para apilar la palabra que escribimos </a:t>
            </a:r>
            <a:endParaRPr lang="es-ES" dirty="0"/>
          </a:p>
        </p:txBody>
      </p:sp>
    </p:spTree>
    <p:extLst>
      <p:ext uri="{BB962C8B-B14F-4D97-AF65-F5344CB8AC3E}">
        <p14:creationId xmlns:p14="http://schemas.microsoft.com/office/powerpoint/2010/main" val="2052098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B4F537B-438B-048B-99D8-70D501BCE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3686"/>
            <a:ext cx="5946816" cy="3345084"/>
          </a:xfrm>
          <a:prstGeom prst="rect">
            <a:avLst/>
          </a:prstGeom>
        </p:spPr>
      </p:pic>
      <p:sp>
        <p:nvSpPr>
          <p:cNvPr id="4" name="CuadroTexto 3">
            <a:extLst>
              <a:ext uri="{FF2B5EF4-FFF2-40B4-BE49-F238E27FC236}">
                <a16:creationId xmlns:a16="http://schemas.microsoft.com/office/drawing/2014/main" id="{9CEC277F-AD15-C232-64B5-984DE77C688A}"/>
              </a:ext>
            </a:extLst>
          </p:cNvPr>
          <p:cNvSpPr txBox="1"/>
          <p:nvPr/>
        </p:nvSpPr>
        <p:spPr>
          <a:xfrm>
            <a:off x="6956612" y="2689412"/>
            <a:ext cx="4812536" cy="369332"/>
          </a:xfrm>
          <a:prstGeom prst="rect">
            <a:avLst/>
          </a:prstGeom>
          <a:noFill/>
        </p:spPr>
        <p:txBody>
          <a:bodyPr wrap="none" rtlCol="0">
            <a:spAutoFit/>
          </a:bodyPr>
          <a:lstStyle/>
          <a:p>
            <a:r>
              <a:rPr lang="es-MX" dirty="0"/>
              <a:t>Aquí </a:t>
            </a:r>
            <a:r>
              <a:rPr lang="es-MX" dirty="0" err="1"/>
              <a:t>desapile</a:t>
            </a:r>
            <a:r>
              <a:rPr lang="es-MX" dirty="0"/>
              <a:t> 2 datos de la segunda ejecución</a:t>
            </a:r>
          </a:p>
        </p:txBody>
      </p:sp>
    </p:spTree>
    <p:extLst>
      <p:ext uri="{BB962C8B-B14F-4D97-AF65-F5344CB8AC3E}">
        <p14:creationId xmlns:p14="http://schemas.microsoft.com/office/powerpoint/2010/main" val="121101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5A13E6E-B550-A790-F5AF-7560B128CF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658734" cy="3183038"/>
          </a:xfrm>
          <a:prstGeom prst="rect">
            <a:avLst/>
          </a:prstGeom>
        </p:spPr>
      </p:pic>
      <p:pic>
        <p:nvPicPr>
          <p:cNvPr id="5" name="Imagen 4">
            <a:extLst>
              <a:ext uri="{FF2B5EF4-FFF2-40B4-BE49-F238E27FC236}">
                <a16:creationId xmlns:a16="http://schemas.microsoft.com/office/drawing/2014/main" id="{A02E233E-FCB0-FC6D-587F-68091FC22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8734" y="3183038"/>
            <a:ext cx="6533266" cy="3674962"/>
          </a:xfrm>
          <a:prstGeom prst="rect">
            <a:avLst/>
          </a:prstGeom>
        </p:spPr>
      </p:pic>
      <p:sp>
        <p:nvSpPr>
          <p:cNvPr id="2" name="CuadroTexto 1">
            <a:extLst>
              <a:ext uri="{FF2B5EF4-FFF2-40B4-BE49-F238E27FC236}">
                <a16:creationId xmlns:a16="http://schemas.microsoft.com/office/drawing/2014/main" id="{A167CA3A-8283-1061-F9D5-33A65A996CE9}"/>
              </a:ext>
            </a:extLst>
          </p:cNvPr>
          <p:cNvSpPr txBox="1"/>
          <p:nvPr/>
        </p:nvSpPr>
        <p:spPr>
          <a:xfrm>
            <a:off x="7055224" y="1057835"/>
            <a:ext cx="5045933" cy="369332"/>
          </a:xfrm>
          <a:prstGeom prst="rect">
            <a:avLst/>
          </a:prstGeom>
          <a:noFill/>
        </p:spPr>
        <p:txBody>
          <a:bodyPr wrap="none" rtlCol="0">
            <a:spAutoFit/>
          </a:bodyPr>
          <a:lstStyle/>
          <a:p>
            <a:r>
              <a:rPr lang="es-MX" dirty="0"/>
              <a:t>Estamos apilando los datos de </a:t>
            </a:r>
            <a:r>
              <a:rPr lang="es-MX" dirty="0" err="1"/>
              <a:t>de</a:t>
            </a:r>
            <a:r>
              <a:rPr lang="es-MX" dirty="0"/>
              <a:t> la 3 ejecución  </a:t>
            </a:r>
            <a:endParaRPr lang="es-ES" dirty="0"/>
          </a:p>
        </p:txBody>
      </p:sp>
      <p:sp>
        <p:nvSpPr>
          <p:cNvPr id="4" name="CuadroTexto 3">
            <a:extLst>
              <a:ext uri="{FF2B5EF4-FFF2-40B4-BE49-F238E27FC236}">
                <a16:creationId xmlns:a16="http://schemas.microsoft.com/office/drawing/2014/main" id="{5BEF6C7E-69A7-5357-5590-6A81DD42F51D}"/>
              </a:ext>
            </a:extLst>
          </p:cNvPr>
          <p:cNvSpPr txBox="1"/>
          <p:nvPr/>
        </p:nvSpPr>
        <p:spPr>
          <a:xfrm>
            <a:off x="545344" y="4466521"/>
            <a:ext cx="5002460" cy="646331"/>
          </a:xfrm>
          <a:prstGeom prst="rect">
            <a:avLst/>
          </a:prstGeom>
          <a:noFill/>
        </p:spPr>
        <p:txBody>
          <a:bodyPr wrap="none" rtlCol="0">
            <a:spAutoFit/>
          </a:bodyPr>
          <a:lstStyle/>
          <a:p>
            <a:r>
              <a:rPr lang="es-MX" dirty="0"/>
              <a:t>Aquí estamos </a:t>
            </a:r>
            <a:r>
              <a:rPr lang="es-MX" dirty="0" err="1"/>
              <a:t>desacopilando</a:t>
            </a:r>
            <a:r>
              <a:rPr lang="es-MX" dirty="0"/>
              <a:t> cada palabra de la </a:t>
            </a:r>
          </a:p>
          <a:p>
            <a:r>
              <a:rPr lang="es-MX" dirty="0"/>
              <a:t>3 ejecución    </a:t>
            </a:r>
            <a:endParaRPr lang="es-ES" dirty="0"/>
          </a:p>
        </p:txBody>
      </p:sp>
    </p:spTree>
    <p:extLst>
      <p:ext uri="{BB962C8B-B14F-4D97-AF65-F5344CB8AC3E}">
        <p14:creationId xmlns:p14="http://schemas.microsoft.com/office/powerpoint/2010/main" val="3071726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BA921AC-43A2-F4F1-0478-D9913B483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22876"/>
            <a:ext cx="5751332" cy="3235124"/>
          </a:xfrm>
          <a:prstGeom prst="rect">
            <a:avLst/>
          </a:prstGeom>
        </p:spPr>
      </p:pic>
      <p:pic>
        <p:nvPicPr>
          <p:cNvPr id="5" name="Imagen 4">
            <a:extLst>
              <a:ext uri="{FF2B5EF4-FFF2-40B4-BE49-F238E27FC236}">
                <a16:creationId xmlns:a16="http://schemas.microsoft.com/office/drawing/2014/main" id="{3AA9038A-7B59-C8E9-7635-3611F6F5DC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5372" y="0"/>
            <a:ext cx="6296628" cy="3541853"/>
          </a:xfrm>
          <a:prstGeom prst="rect">
            <a:avLst/>
          </a:prstGeom>
        </p:spPr>
      </p:pic>
      <p:sp>
        <p:nvSpPr>
          <p:cNvPr id="2" name="CuadroTexto 1">
            <a:extLst>
              <a:ext uri="{FF2B5EF4-FFF2-40B4-BE49-F238E27FC236}">
                <a16:creationId xmlns:a16="http://schemas.microsoft.com/office/drawing/2014/main" id="{1DF1A8AB-3F83-AC2B-BBF1-9BD1FAD7CB1F}"/>
              </a:ext>
            </a:extLst>
          </p:cNvPr>
          <p:cNvSpPr txBox="1"/>
          <p:nvPr/>
        </p:nvSpPr>
        <p:spPr>
          <a:xfrm>
            <a:off x="2393576" y="1281953"/>
            <a:ext cx="3041923" cy="646331"/>
          </a:xfrm>
          <a:prstGeom prst="rect">
            <a:avLst/>
          </a:prstGeom>
          <a:noFill/>
        </p:spPr>
        <p:txBody>
          <a:bodyPr wrap="none" rtlCol="0">
            <a:spAutoFit/>
          </a:bodyPr>
          <a:lstStyle/>
          <a:p>
            <a:r>
              <a:rPr lang="es-MX" dirty="0"/>
              <a:t>Aquí </a:t>
            </a:r>
            <a:r>
              <a:rPr lang="es-MX" dirty="0" err="1"/>
              <a:t>desapilamos</a:t>
            </a:r>
            <a:r>
              <a:rPr lang="es-MX" dirty="0"/>
              <a:t> y también </a:t>
            </a:r>
          </a:p>
          <a:p>
            <a:r>
              <a:rPr lang="es-MX" dirty="0"/>
              <a:t>Podemos vaciar todo igual </a:t>
            </a:r>
            <a:endParaRPr lang="es-ES" dirty="0"/>
          </a:p>
        </p:txBody>
      </p:sp>
      <p:sp>
        <p:nvSpPr>
          <p:cNvPr id="4" name="CuadroTexto 3">
            <a:extLst>
              <a:ext uri="{FF2B5EF4-FFF2-40B4-BE49-F238E27FC236}">
                <a16:creationId xmlns:a16="http://schemas.microsoft.com/office/drawing/2014/main" id="{7274EA61-52D2-78B4-AAC9-27606A8D8044}"/>
              </a:ext>
            </a:extLst>
          </p:cNvPr>
          <p:cNvSpPr txBox="1"/>
          <p:nvPr/>
        </p:nvSpPr>
        <p:spPr>
          <a:xfrm>
            <a:off x="7386918" y="4939553"/>
            <a:ext cx="2610843" cy="369332"/>
          </a:xfrm>
          <a:prstGeom prst="rect">
            <a:avLst/>
          </a:prstGeom>
          <a:noFill/>
        </p:spPr>
        <p:txBody>
          <a:bodyPr wrap="none" rtlCol="0">
            <a:spAutoFit/>
          </a:bodyPr>
          <a:lstStyle/>
          <a:p>
            <a:r>
              <a:rPr lang="es-MX" dirty="0"/>
              <a:t>Aquí ya es la ejecución 4</a:t>
            </a:r>
            <a:endParaRPr lang="es-ES" dirty="0"/>
          </a:p>
        </p:txBody>
      </p:sp>
    </p:spTree>
    <p:extLst>
      <p:ext uri="{BB962C8B-B14F-4D97-AF65-F5344CB8AC3E}">
        <p14:creationId xmlns:p14="http://schemas.microsoft.com/office/powerpoint/2010/main" val="1784253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DEB1A59-459C-592C-36CE-F44DA1977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19777" cy="3554875"/>
          </a:xfrm>
          <a:prstGeom prst="rect">
            <a:avLst/>
          </a:prstGeom>
        </p:spPr>
      </p:pic>
      <p:pic>
        <p:nvPicPr>
          <p:cNvPr id="5" name="Imagen 4">
            <a:extLst>
              <a:ext uri="{FF2B5EF4-FFF2-40B4-BE49-F238E27FC236}">
                <a16:creationId xmlns:a16="http://schemas.microsoft.com/office/drawing/2014/main" id="{C665CEEC-34E4-8042-199D-05F4E09AB2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9780" y="3554876"/>
            <a:ext cx="5872220" cy="3303124"/>
          </a:xfrm>
          <a:prstGeom prst="rect">
            <a:avLst/>
          </a:prstGeom>
        </p:spPr>
      </p:pic>
      <p:sp>
        <p:nvSpPr>
          <p:cNvPr id="2" name="CuadroTexto 1">
            <a:extLst>
              <a:ext uri="{FF2B5EF4-FFF2-40B4-BE49-F238E27FC236}">
                <a16:creationId xmlns:a16="http://schemas.microsoft.com/office/drawing/2014/main" id="{2007989A-211B-AEEF-B036-B5FCE7F93771}"/>
              </a:ext>
            </a:extLst>
          </p:cNvPr>
          <p:cNvSpPr txBox="1"/>
          <p:nvPr/>
        </p:nvSpPr>
        <p:spPr>
          <a:xfrm>
            <a:off x="7216588" y="1066800"/>
            <a:ext cx="4516173" cy="369332"/>
          </a:xfrm>
          <a:prstGeom prst="rect">
            <a:avLst/>
          </a:prstGeom>
          <a:noFill/>
        </p:spPr>
        <p:txBody>
          <a:bodyPr wrap="none" rtlCol="0">
            <a:spAutoFit/>
          </a:bodyPr>
          <a:lstStyle/>
          <a:p>
            <a:r>
              <a:rPr lang="es-MX" dirty="0"/>
              <a:t>Aquí ya estamos la ultima ejecución de pila </a:t>
            </a:r>
            <a:endParaRPr lang="es-ES" dirty="0"/>
          </a:p>
        </p:txBody>
      </p:sp>
      <p:sp>
        <p:nvSpPr>
          <p:cNvPr id="4" name="CuadroTexto 3">
            <a:extLst>
              <a:ext uri="{FF2B5EF4-FFF2-40B4-BE49-F238E27FC236}">
                <a16:creationId xmlns:a16="http://schemas.microsoft.com/office/drawing/2014/main" id="{D392B03A-931F-5DE4-8611-98B0E8E69E85}"/>
              </a:ext>
            </a:extLst>
          </p:cNvPr>
          <p:cNvSpPr txBox="1"/>
          <p:nvPr/>
        </p:nvSpPr>
        <p:spPr>
          <a:xfrm>
            <a:off x="1317812" y="4580965"/>
            <a:ext cx="4080925" cy="369332"/>
          </a:xfrm>
          <a:prstGeom prst="rect">
            <a:avLst/>
          </a:prstGeom>
          <a:noFill/>
        </p:spPr>
        <p:txBody>
          <a:bodyPr wrap="none" rtlCol="0">
            <a:spAutoFit/>
          </a:bodyPr>
          <a:lstStyle/>
          <a:p>
            <a:r>
              <a:rPr lang="es-MX" dirty="0"/>
              <a:t>Aquí estamos </a:t>
            </a:r>
            <a:r>
              <a:rPr lang="es-MX" dirty="0" err="1"/>
              <a:t>desacopilando</a:t>
            </a:r>
            <a:r>
              <a:rPr lang="es-MX" dirty="0"/>
              <a:t> los datos </a:t>
            </a:r>
            <a:endParaRPr lang="es-ES" dirty="0"/>
          </a:p>
        </p:txBody>
      </p:sp>
    </p:spTree>
    <p:extLst>
      <p:ext uri="{BB962C8B-B14F-4D97-AF65-F5344CB8AC3E}">
        <p14:creationId xmlns:p14="http://schemas.microsoft.com/office/powerpoint/2010/main" val="562074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95A67B6-2294-D9C8-4AC3-1512940D3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51007"/>
            <a:ext cx="6677307" cy="3755985"/>
          </a:xfrm>
          <a:prstGeom prst="rect">
            <a:avLst/>
          </a:prstGeom>
        </p:spPr>
      </p:pic>
      <p:sp>
        <p:nvSpPr>
          <p:cNvPr id="2" name="CuadroTexto 1">
            <a:extLst>
              <a:ext uri="{FF2B5EF4-FFF2-40B4-BE49-F238E27FC236}">
                <a16:creationId xmlns:a16="http://schemas.microsoft.com/office/drawing/2014/main" id="{27DDB50A-5DDF-D6E2-514E-A3642C61DA16}"/>
              </a:ext>
            </a:extLst>
          </p:cNvPr>
          <p:cNvSpPr txBox="1"/>
          <p:nvPr/>
        </p:nvSpPr>
        <p:spPr>
          <a:xfrm>
            <a:off x="7467600" y="2196353"/>
            <a:ext cx="4737707" cy="369332"/>
          </a:xfrm>
          <a:prstGeom prst="rect">
            <a:avLst/>
          </a:prstGeom>
          <a:noFill/>
        </p:spPr>
        <p:txBody>
          <a:bodyPr wrap="none" rtlCol="0">
            <a:spAutoFit/>
          </a:bodyPr>
          <a:lstStyle/>
          <a:p>
            <a:r>
              <a:rPr lang="es-MX" dirty="0"/>
              <a:t>Aquí estamos en la primera ejecución de cola </a:t>
            </a:r>
            <a:endParaRPr lang="es-ES" dirty="0"/>
          </a:p>
        </p:txBody>
      </p:sp>
      <p:sp>
        <p:nvSpPr>
          <p:cNvPr id="4" name="CuadroTexto 3">
            <a:extLst>
              <a:ext uri="{FF2B5EF4-FFF2-40B4-BE49-F238E27FC236}">
                <a16:creationId xmlns:a16="http://schemas.microsoft.com/office/drawing/2014/main" id="{27ED2D06-3C1B-ED1E-86DF-4A804EC9ED40}"/>
              </a:ext>
            </a:extLst>
          </p:cNvPr>
          <p:cNvSpPr txBox="1"/>
          <p:nvPr/>
        </p:nvSpPr>
        <p:spPr>
          <a:xfrm>
            <a:off x="7808259" y="3128682"/>
            <a:ext cx="2171748" cy="369332"/>
          </a:xfrm>
          <a:prstGeom prst="rect">
            <a:avLst/>
          </a:prstGeom>
          <a:noFill/>
        </p:spPr>
        <p:txBody>
          <a:bodyPr wrap="none" rtlCol="0">
            <a:spAutoFit/>
          </a:bodyPr>
          <a:lstStyle/>
          <a:p>
            <a:r>
              <a:rPr lang="es-MX" dirty="0"/>
              <a:t>Ya copilamos datos </a:t>
            </a:r>
            <a:endParaRPr lang="es-ES" dirty="0"/>
          </a:p>
        </p:txBody>
      </p:sp>
    </p:spTree>
    <p:extLst>
      <p:ext uri="{BB962C8B-B14F-4D97-AF65-F5344CB8AC3E}">
        <p14:creationId xmlns:p14="http://schemas.microsoft.com/office/powerpoint/2010/main" val="1451637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3B69550-2945-B664-EE72-FF6D2E321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63255"/>
            <a:ext cx="6852213" cy="3854370"/>
          </a:xfrm>
          <a:prstGeom prst="rect">
            <a:avLst/>
          </a:prstGeom>
        </p:spPr>
      </p:pic>
      <p:sp>
        <p:nvSpPr>
          <p:cNvPr id="2" name="CuadroTexto 1">
            <a:extLst>
              <a:ext uri="{FF2B5EF4-FFF2-40B4-BE49-F238E27FC236}">
                <a16:creationId xmlns:a16="http://schemas.microsoft.com/office/drawing/2014/main" id="{23075D4D-945E-344A-12BB-A2A48CA674DE}"/>
              </a:ext>
            </a:extLst>
          </p:cNvPr>
          <p:cNvSpPr txBox="1"/>
          <p:nvPr/>
        </p:nvSpPr>
        <p:spPr>
          <a:xfrm>
            <a:off x="7646895" y="1631576"/>
            <a:ext cx="3115789" cy="646331"/>
          </a:xfrm>
          <a:prstGeom prst="rect">
            <a:avLst/>
          </a:prstGeom>
          <a:noFill/>
        </p:spPr>
        <p:txBody>
          <a:bodyPr wrap="none" rtlCol="0">
            <a:spAutoFit/>
          </a:bodyPr>
          <a:lstStyle/>
          <a:p>
            <a:r>
              <a:rPr lang="es-MX" dirty="0"/>
              <a:t>Aquí ya lo </a:t>
            </a:r>
            <a:r>
              <a:rPr lang="es-MX" dirty="0" err="1"/>
              <a:t>desacopilamos</a:t>
            </a:r>
            <a:r>
              <a:rPr lang="es-MX" dirty="0"/>
              <a:t> los </a:t>
            </a:r>
          </a:p>
          <a:p>
            <a:r>
              <a:rPr lang="es-MX" dirty="0"/>
              <a:t>datos con un botón </a:t>
            </a:r>
            <a:endParaRPr lang="es-ES" dirty="0"/>
          </a:p>
        </p:txBody>
      </p:sp>
    </p:spTree>
    <p:extLst>
      <p:ext uri="{BB962C8B-B14F-4D97-AF65-F5344CB8AC3E}">
        <p14:creationId xmlns:p14="http://schemas.microsoft.com/office/powerpoint/2010/main" val="3168263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2741986-05B0-DC7A-4433-4EBC8CB6F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3512"/>
            <a:ext cx="6096000" cy="3429000"/>
          </a:xfrm>
          <a:prstGeom prst="rect">
            <a:avLst/>
          </a:prstGeom>
        </p:spPr>
      </p:pic>
      <p:sp>
        <p:nvSpPr>
          <p:cNvPr id="2" name="CuadroTexto 1">
            <a:extLst>
              <a:ext uri="{FF2B5EF4-FFF2-40B4-BE49-F238E27FC236}">
                <a16:creationId xmlns:a16="http://schemas.microsoft.com/office/drawing/2014/main" id="{369D24F7-4994-5EDF-2DC8-14B3E2CA6DBC}"/>
              </a:ext>
            </a:extLst>
          </p:cNvPr>
          <p:cNvSpPr txBox="1"/>
          <p:nvPr/>
        </p:nvSpPr>
        <p:spPr>
          <a:xfrm>
            <a:off x="6992471" y="1658471"/>
            <a:ext cx="4513351" cy="646331"/>
          </a:xfrm>
          <a:prstGeom prst="rect">
            <a:avLst/>
          </a:prstGeom>
          <a:noFill/>
        </p:spPr>
        <p:txBody>
          <a:bodyPr wrap="none" rtlCol="0">
            <a:spAutoFit/>
          </a:bodyPr>
          <a:lstStyle/>
          <a:p>
            <a:r>
              <a:rPr lang="es-MX" dirty="0"/>
              <a:t>La segunda ejecución de cola que estamos </a:t>
            </a:r>
          </a:p>
          <a:p>
            <a:r>
              <a:rPr lang="es-MX" dirty="0"/>
              <a:t>Ejecutando  </a:t>
            </a:r>
            <a:endParaRPr lang="es-ES" dirty="0"/>
          </a:p>
        </p:txBody>
      </p:sp>
    </p:spTree>
    <p:extLst>
      <p:ext uri="{BB962C8B-B14F-4D97-AF65-F5344CB8AC3E}">
        <p14:creationId xmlns:p14="http://schemas.microsoft.com/office/powerpoint/2010/main" val="2639420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2FB6D7D-FBA4-010B-428A-83BF3C70D9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0065"/>
            <a:ext cx="7356354" cy="4137949"/>
          </a:xfrm>
          <a:prstGeom prst="rect">
            <a:avLst/>
          </a:prstGeom>
        </p:spPr>
      </p:pic>
      <p:sp>
        <p:nvSpPr>
          <p:cNvPr id="2" name="CuadroTexto 1">
            <a:extLst>
              <a:ext uri="{FF2B5EF4-FFF2-40B4-BE49-F238E27FC236}">
                <a16:creationId xmlns:a16="http://schemas.microsoft.com/office/drawing/2014/main" id="{8A947014-1062-D95A-5171-4999CF90A494}"/>
              </a:ext>
            </a:extLst>
          </p:cNvPr>
          <p:cNvSpPr txBox="1"/>
          <p:nvPr/>
        </p:nvSpPr>
        <p:spPr>
          <a:xfrm>
            <a:off x="8238565" y="1676400"/>
            <a:ext cx="3510898" cy="646331"/>
          </a:xfrm>
          <a:prstGeom prst="rect">
            <a:avLst/>
          </a:prstGeom>
          <a:noFill/>
        </p:spPr>
        <p:txBody>
          <a:bodyPr wrap="none" rtlCol="0">
            <a:spAutoFit/>
          </a:bodyPr>
          <a:lstStyle/>
          <a:p>
            <a:r>
              <a:rPr lang="es-MX" dirty="0"/>
              <a:t>Aquí quitamos o mas dicho </a:t>
            </a:r>
          </a:p>
          <a:p>
            <a:r>
              <a:rPr lang="es-MX" dirty="0" err="1"/>
              <a:t>Desapilamos</a:t>
            </a:r>
            <a:r>
              <a:rPr lang="es-MX" dirty="0"/>
              <a:t> los datos de la cola </a:t>
            </a:r>
            <a:endParaRPr lang="es-ES" dirty="0"/>
          </a:p>
        </p:txBody>
      </p:sp>
    </p:spTree>
    <p:extLst>
      <p:ext uri="{BB962C8B-B14F-4D97-AF65-F5344CB8AC3E}">
        <p14:creationId xmlns:p14="http://schemas.microsoft.com/office/powerpoint/2010/main" val="292757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D03060E-91B0-1685-2CEE-E2FDB3E0A6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096000" cy="3429000"/>
          </a:xfrm>
          <a:prstGeom prst="rect">
            <a:avLst/>
          </a:prstGeom>
        </p:spPr>
      </p:pic>
      <p:pic>
        <p:nvPicPr>
          <p:cNvPr id="5" name="Imagen 4">
            <a:extLst>
              <a:ext uri="{FF2B5EF4-FFF2-40B4-BE49-F238E27FC236}">
                <a16:creationId xmlns:a16="http://schemas.microsoft.com/office/drawing/2014/main" id="{57FEF679-894D-C792-B74A-0576F09D5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29000"/>
            <a:ext cx="6096000" cy="3429000"/>
          </a:xfrm>
          <a:prstGeom prst="rect">
            <a:avLst/>
          </a:prstGeom>
        </p:spPr>
      </p:pic>
      <p:sp>
        <p:nvSpPr>
          <p:cNvPr id="2" name="CuadroTexto 1">
            <a:extLst>
              <a:ext uri="{FF2B5EF4-FFF2-40B4-BE49-F238E27FC236}">
                <a16:creationId xmlns:a16="http://schemas.microsoft.com/office/drawing/2014/main" id="{6E157116-9EED-795F-3E50-1857FB02EA58}"/>
              </a:ext>
            </a:extLst>
          </p:cNvPr>
          <p:cNvSpPr txBox="1"/>
          <p:nvPr/>
        </p:nvSpPr>
        <p:spPr>
          <a:xfrm>
            <a:off x="7485529" y="1425388"/>
            <a:ext cx="4651466" cy="646331"/>
          </a:xfrm>
          <a:prstGeom prst="rect">
            <a:avLst/>
          </a:prstGeom>
          <a:noFill/>
        </p:spPr>
        <p:txBody>
          <a:bodyPr wrap="none" rtlCol="0">
            <a:spAutoFit/>
          </a:bodyPr>
          <a:lstStyle/>
          <a:p>
            <a:r>
              <a:rPr lang="es-MX" dirty="0"/>
              <a:t>Aquí va con la 3 ejecución de cola y apilamos</a:t>
            </a:r>
          </a:p>
          <a:p>
            <a:endParaRPr lang="es-ES" dirty="0"/>
          </a:p>
        </p:txBody>
      </p:sp>
      <p:sp>
        <p:nvSpPr>
          <p:cNvPr id="4" name="CuadroTexto 3">
            <a:extLst>
              <a:ext uri="{FF2B5EF4-FFF2-40B4-BE49-F238E27FC236}">
                <a16:creationId xmlns:a16="http://schemas.microsoft.com/office/drawing/2014/main" id="{9A6F2026-48F8-80E8-C12E-3694A0B7871C}"/>
              </a:ext>
            </a:extLst>
          </p:cNvPr>
          <p:cNvSpPr txBox="1"/>
          <p:nvPr/>
        </p:nvSpPr>
        <p:spPr>
          <a:xfrm>
            <a:off x="3254188" y="4715435"/>
            <a:ext cx="1970411" cy="369332"/>
          </a:xfrm>
          <a:prstGeom prst="rect">
            <a:avLst/>
          </a:prstGeom>
          <a:noFill/>
        </p:spPr>
        <p:txBody>
          <a:bodyPr wrap="none" rtlCol="0">
            <a:spAutoFit/>
          </a:bodyPr>
          <a:lstStyle/>
          <a:p>
            <a:r>
              <a:rPr lang="es-MX" dirty="0"/>
              <a:t>Aquí </a:t>
            </a:r>
            <a:r>
              <a:rPr lang="es-MX" dirty="0" err="1"/>
              <a:t>desapilamos</a:t>
            </a:r>
            <a:endParaRPr lang="es-ES" dirty="0"/>
          </a:p>
        </p:txBody>
      </p:sp>
      <p:cxnSp>
        <p:nvCxnSpPr>
          <p:cNvPr id="7" name="Conector recto de flecha 6">
            <a:extLst>
              <a:ext uri="{FF2B5EF4-FFF2-40B4-BE49-F238E27FC236}">
                <a16:creationId xmlns:a16="http://schemas.microsoft.com/office/drawing/2014/main" id="{B9CE9507-62A4-D456-F9B5-2B3A408696EA}"/>
              </a:ext>
            </a:extLst>
          </p:cNvPr>
          <p:cNvCxnSpPr>
            <a:cxnSpLocks/>
          </p:cNvCxnSpPr>
          <p:nvPr/>
        </p:nvCxnSpPr>
        <p:spPr>
          <a:xfrm>
            <a:off x="5369859" y="5084767"/>
            <a:ext cx="3657600" cy="634715"/>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ector recto de flecha 8">
            <a:extLst>
              <a:ext uri="{FF2B5EF4-FFF2-40B4-BE49-F238E27FC236}">
                <a16:creationId xmlns:a16="http://schemas.microsoft.com/office/drawing/2014/main" id="{44558DE5-CF25-5B61-FC5F-E6D623666133}"/>
              </a:ext>
            </a:extLst>
          </p:cNvPr>
          <p:cNvCxnSpPr>
            <a:cxnSpLocks/>
          </p:cNvCxnSpPr>
          <p:nvPr/>
        </p:nvCxnSpPr>
        <p:spPr>
          <a:xfrm flipH="1">
            <a:off x="2743200" y="1559859"/>
            <a:ext cx="4742329" cy="779929"/>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0940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25988C4-70C9-ECF2-82CD-A8AD6EC24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6096000" cy="3429000"/>
          </a:xfrm>
          <a:prstGeom prst="rect">
            <a:avLst/>
          </a:prstGeom>
        </p:spPr>
      </p:pic>
      <p:pic>
        <p:nvPicPr>
          <p:cNvPr id="5" name="Imagen 4">
            <a:extLst>
              <a:ext uri="{FF2B5EF4-FFF2-40B4-BE49-F238E27FC236}">
                <a16:creationId xmlns:a16="http://schemas.microsoft.com/office/drawing/2014/main" id="{2D86B107-C998-B0DE-147D-44B3BEFC1F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29000"/>
            <a:ext cx="6096000" cy="3429000"/>
          </a:xfrm>
          <a:prstGeom prst="rect">
            <a:avLst/>
          </a:prstGeom>
        </p:spPr>
      </p:pic>
      <p:sp>
        <p:nvSpPr>
          <p:cNvPr id="2" name="CuadroTexto 1">
            <a:extLst>
              <a:ext uri="{FF2B5EF4-FFF2-40B4-BE49-F238E27FC236}">
                <a16:creationId xmlns:a16="http://schemas.microsoft.com/office/drawing/2014/main" id="{9CDCC9D4-E7EA-C1CB-7D12-C07A3A36F53C}"/>
              </a:ext>
            </a:extLst>
          </p:cNvPr>
          <p:cNvSpPr txBox="1"/>
          <p:nvPr/>
        </p:nvSpPr>
        <p:spPr>
          <a:xfrm>
            <a:off x="7333129" y="950259"/>
            <a:ext cx="3771417" cy="646331"/>
          </a:xfrm>
          <a:prstGeom prst="rect">
            <a:avLst/>
          </a:prstGeom>
          <a:noFill/>
        </p:spPr>
        <p:txBody>
          <a:bodyPr wrap="none" rtlCol="0">
            <a:spAutoFit/>
          </a:bodyPr>
          <a:lstStyle/>
          <a:p>
            <a:r>
              <a:rPr lang="es-MX" dirty="0"/>
              <a:t>Aquí ya apilamos la 4 ejecución con </a:t>
            </a:r>
          </a:p>
          <a:p>
            <a:r>
              <a:rPr lang="es-MX" dirty="0"/>
              <a:t>Signos </a:t>
            </a:r>
            <a:endParaRPr lang="es-ES" dirty="0"/>
          </a:p>
        </p:txBody>
      </p:sp>
      <p:sp>
        <p:nvSpPr>
          <p:cNvPr id="4" name="CuadroTexto 3">
            <a:extLst>
              <a:ext uri="{FF2B5EF4-FFF2-40B4-BE49-F238E27FC236}">
                <a16:creationId xmlns:a16="http://schemas.microsoft.com/office/drawing/2014/main" id="{6CB78797-5408-D8EF-7F5A-CD3FF10B4F33}"/>
              </a:ext>
            </a:extLst>
          </p:cNvPr>
          <p:cNvSpPr txBox="1"/>
          <p:nvPr/>
        </p:nvSpPr>
        <p:spPr>
          <a:xfrm>
            <a:off x="3370729" y="4249271"/>
            <a:ext cx="1693092" cy="369332"/>
          </a:xfrm>
          <a:prstGeom prst="rect">
            <a:avLst/>
          </a:prstGeom>
          <a:noFill/>
        </p:spPr>
        <p:txBody>
          <a:bodyPr wrap="none" rtlCol="0">
            <a:spAutoFit/>
          </a:bodyPr>
          <a:lstStyle/>
          <a:p>
            <a:r>
              <a:rPr lang="es-MX" dirty="0"/>
              <a:t>Y </a:t>
            </a:r>
            <a:r>
              <a:rPr lang="es-MX" dirty="0" err="1"/>
              <a:t>desapilamos</a:t>
            </a:r>
            <a:r>
              <a:rPr lang="es-MX" dirty="0"/>
              <a:t> </a:t>
            </a:r>
            <a:endParaRPr lang="es-ES" dirty="0"/>
          </a:p>
        </p:txBody>
      </p:sp>
      <p:cxnSp>
        <p:nvCxnSpPr>
          <p:cNvPr id="6" name="Conector recto de flecha 5">
            <a:extLst>
              <a:ext uri="{FF2B5EF4-FFF2-40B4-BE49-F238E27FC236}">
                <a16:creationId xmlns:a16="http://schemas.microsoft.com/office/drawing/2014/main" id="{797F5634-910E-9418-E99B-AD63D75C4426}"/>
              </a:ext>
            </a:extLst>
          </p:cNvPr>
          <p:cNvCxnSpPr>
            <a:cxnSpLocks/>
          </p:cNvCxnSpPr>
          <p:nvPr/>
        </p:nvCxnSpPr>
        <p:spPr>
          <a:xfrm>
            <a:off x="5063821" y="4618603"/>
            <a:ext cx="3963638" cy="1100879"/>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ector recto de flecha 7">
            <a:extLst>
              <a:ext uri="{FF2B5EF4-FFF2-40B4-BE49-F238E27FC236}">
                <a16:creationId xmlns:a16="http://schemas.microsoft.com/office/drawing/2014/main" id="{69B1F293-C735-2811-89CC-9B69EF5E88E9}"/>
              </a:ext>
            </a:extLst>
          </p:cNvPr>
          <p:cNvCxnSpPr>
            <a:cxnSpLocks/>
          </p:cNvCxnSpPr>
          <p:nvPr/>
        </p:nvCxnSpPr>
        <p:spPr>
          <a:xfrm flipH="1">
            <a:off x="2832847" y="1397143"/>
            <a:ext cx="4212793" cy="893339"/>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0723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2ADC2BC-6C9B-109B-C148-BF7729CF18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6218"/>
            <a:ext cx="6052274" cy="3404404"/>
          </a:xfrm>
          <a:prstGeom prst="rect">
            <a:avLst/>
          </a:prstGeom>
        </p:spPr>
      </p:pic>
      <p:pic>
        <p:nvPicPr>
          <p:cNvPr id="5" name="Imagen 4">
            <a:extLst>
              <a:ext uri="{FF2B5EF4-FFF2-40B4-BE49-F238E27FC236}">
                <a16:creationId xmlns:a16="http://schemas.microsoft.com/office/drawing/2014/main" id="{3DFCC7AF-4E95-950C-724C-F09E86948D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8996" y="3138186"/>
            <a:ext cx="6613003" cy="3719814"/>
          </a:xfrm>
          <a:prstGeom prst="rect">
            <a:avLst/>
          </a:prstGeom>
        </p:spPr>
      </p:pic>
      <p:sp>
        <p:nvSpPr>
          <p:cNvPr id="2" name="CuadroTexto 1">
            <a:extLst>
              <a:ext uri="{FF2B5EF4-FFF2-40B4-BE49-F238E27FC236}">
                <a16:creationId xmlns:a16="http://schemas.microsoft.com/office/drawing/2014/main" id="{766A406E-6150-9A7E-8D0F-321D4C0EF0C9}"/>
              </a:ext>
            </a:extLst>
          </p:cNvPr>
          <p:cNvSpPr txBox="1"/>
          <p:nvPr/>
        </p:nvSpPr>
        <p:spPr>
          <a:xfrm>
            <a:off x="7351059" y="1237129"/>
            <a:ext cx="3409267" cy="369332"/>
          </a:xfrm>
          <a:prstGeom prst="rect">
            <a:avLst/>
          </a:prstGeom>
          <a:noFill/>
        </p:spPr>
        <p:txBody>
          <a:bodyPr wrap="none" rtlCol="0">
            <a:spAutoFit/>
          </a:bodyPr>
          <a:lstStyle/>
          <a:p>
            <a:r>
              <a:rPr lang="es-MX" dirty="0"/>
              <a:t>Ya es el ultima ejecución de cola</a:t>
            </a:r>
            <a:endParaRPr lang="es-ES" dirty="0"/>
          </a:p>
        </p:txBody>
      </p:sp>
      <p:sp>
        <p:nvSpPr>
          <p:cNvPr id="6" name="CuadroTexto 5">
            <a:extLst>
              <a:ext uri="{FF2B5EF4-FFF2-40B4-BE49-F238E27FC236}">
                <a16:creationId xmlns:a16="http://schemas.microsoft.com/office/drawing/2014/main" id="{EA7C9E00-AE15-E4A7-B624-5394E5AB00B3}"/>
              </a:ext>
            </a:extLst>
          </p:cNvPr>
          <p:cNvSpPr txBox="1"/>
          <p:nvPr/>
        </p:nvSpPr>
        <p:spPr>
          <a:xfrm>
            <a:off x="7619766" y="1694330"/>
            <a:ext cx="2531462" cy="369332"/>
          </a:xfrm>
          <a:prstGeom prst="rect">
            <a:avLst/>
          </a:prstGeom>
          <a:noFill/>
        </p:spPr>
        <p:txBody>
          <a:bodyPr wrap="none" rtlCol="0">
            <a:spAutoFit/>
          </a:bodyPr>
          <a:lstStyle/>
          <a:p>
            <a:r>
              <a:rPr lang="es-MX" dirty="0"/>
              <a:t>Que apilamos los datos</a:t>
            </a:r>
            <a:endParaRPr lang="es-ES" dirty="0"/>
          </a:p>
        </p:txBody>
      </p:sp>
      <p:sp>
        <p:nvSpPr>
          <p:cNvPr id="7" name="CuadroTexto 6">
            <a:extLst>
              <a:ext uri="{FF2B5EF4-FFF2-40B4-BE49-F238E27FC236}">
                <a16:creationId xmlns:a16="http://schemas.microsoft.com/office/drawing/2014/main" id="{C6919D8F-F74C-1FA1-8A1B-881DB754A876}"/>
              </a:ext>
            </a:extLst>
          </p:cNvPr>
          <p:cNvSpPr txBox="1"/>
          <p:nvPr/>
        </p:nvSpPr>
        <p:spPr>
          <a:xfrm>
            <a:off x="1640540" y="4894730"/>
            <a:ext cx="3771289" cy="369332"/>
          </a:xfrm>
          <a:prstGeom prst="rect">
            <a:avLst/>
          </a:prstGeom>
          <a:noFill/>
        </p:spPr>
        <p:txBody>
          <a:bodyPr wrap="none" rtlCol="0">
            <a:spAutoFit/>
          </a:bodyPr>
          <a:lstStyle/>
          <a:p>
            <a:r>
              <a:rPr lang="es-MX" dirty="0"/>
              <a:t>Y aquí </a:t>
            </a:r>
            <a:r>
              <a:rPr lang="es-MX" dirty="0" err="1"/>
              <a:t>desapilamos</a:t>
            </a:r>
            <a:r>
              <a:rPr lang="es-MX" dirty="0"/>
              <a:t> con cada botón </a:t>
            </a:r>
            <a:endParaRPr lang="es-ES" dirty="0"/>
          </a:p>
        </p:txBody>
      </p:sp>
    </p:spTree>
    <p:extLst>
      <p:ext uri="{BB962C8B-B14F-4D97-AF65-F5344CB8AC3E}">
        <p14:creationId xmlns:p14="http://schemas.microsoft.com/office/powerpoint/2010/main" val="1911021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9C9C5CC-F806-ECAF-C993-8130BB773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678592" cy="3756708"/>
          </a:xfrm>
          <a:prstGeom prst="rect">
            <a:avLst/>
          </a:prstGeom>
        </p:spPr>
      </p:pic>
      <p:sp>
        <p:nvSpPr>
          <p:cNvPr id="2" name="CuadroTexto 1">
            <a:extLst>
              <a:ext uri="{FF2B5EF4-FFF2-40B4-BE49-F238E27FC236}">
                <a16:creationId xmlns:a16="http://schemas.microsoft.com/office/drawing/2014/main" id="{952AAC13-E256-A804-52CB-B2336C5F75C3}"/>
              </a:ext>
            </a:extLst>
          </p:cNvPr>
          <p:cNvSpPr txBox="1"/>
          <p:nvPr/>
        </p:nvSpPr>
        <p:spPr>
          <a:xfrm>
            <a:off x="7261411" y="2017059"/>
            <a:ext cx="3867277" cy="369332"/>
          </a:xfrm>
          <a:prstGeom prst="rect">
            <a:avLst/>
          </a:prstGeom>
          <a:noFill/>
        </p:spPr>
        <p:txBody>
          <a:bodyPr wrap="none" rtlCol="0">
            <a:spAutoFit/>
          </a:bodyPr>
          <a:lstStyle/>
          <a:p>
            <a:r>
              <a:rPr lang="es-MX" dirty="0"/>
              <a:t>Aquí es la primera ejecución de listas</a:t>
            </a:r>
          </a:p>
        </p:txBody>
      </p:sp>
      <p:sp>
        <p:nvSpPr>
          <p:cNvPr id="3" name="CuadroTexto 2">
            <a:extLst>
              <a:ext uri="{FF2B5EF4-FFF2-40B4-BE49-F238E27FC236}">
                <a16:creationId xmlns:a16="http://schemas.microsoft.com/office/drawing/2014/main" id="{4C1472C8-D66B-E3CF-9CED-0E82589AFB9D}"/>
              </a:ext>
            </a:extLst>
          </p:cNvPr>
          <p:cNvSpPr txBox="1"/>
          <p:nvPr/>
        </p:nvSpPr>
        <p:spPr>
          <a:xfrm>
            <a:off x="8052749" y="2386391"/>
            <a:ext cx="2284600" cy="369332"/>
          </a:xfrm>
          <a:prstGeom prst="rect">
            <a:avLst/>
          </a:prstGeom>
          <a:noFill/>
        </p:spPr>
        <p:txBody>
          <a:bodyPr wrap="none" rtlCol="0">
            <a:spAutoFit/>
          </a:bodyPr>
          <a:lstStyle/>
          <a:p>
            <a:r>
              <a:rPr lang="es-MX" dirty="0"/>
              <a:t>Y apilamos los datos </a:t>
            </a:r>
            <a:endParaRPr lang="es-ES" dirty="0"/>
          </a:p>
        </p:txBody>
      </p:sp>
      <p:sp>
        <p:nvSpPr>
          <p:cNvPr id="4" name="CuadroTexto 3">
            <a:extLst>
              <a:ext uri="{FF2B5EF4-FFF2-40B4-BE49-F238E27FC236}">
                <a16:creationId xmlns:a16="http://schemas.microsoft.com/office/drawing/2014/main" id="{1BD07DF3-1803-DF9E-463A-78CC39BEBC32}"/>
              </a:ext>
            </a:extLst>
          </p:cNvPr>
          <p:cNvSpPr txBox="1"/>
          <p:nvPr/>
        </p:nvSpPr>
        <p:spPr>
          <a:xfrm>
            <a:off x="7557247" y="2755723"/>
            <a:ext cx="2567434" cy="369332"/>
          </a:xfrm>
          <a:prstGeom prst="rect">
            <a:avLst/>
          </a:prstGeom>
          <a:noFill/>
        </p:spPr>
        <p:txBody>
          <a:bodyPr wrap="none" rtlCol="0">
            <a:spAutoFit/>
          </a:bodyPr>
          <a:lstStyle/>
          <a:p>
            <a:r>
              <a:rPr lang="es-MX" dirty="0"/>
              <a:t>Y también </a:t>
            </a:r>
            <a:r>
              <a:rPr lang="es-MX" dirty="0" err="1"/>
              <a:t>desapilamos</a:t>
            </a:r>
            <a:r>
              <a:rPr lang="es-MX" dirty="0"/>
              <a:t> </a:t>
            </a:r>
            <a:endParaRPr lang="es-ES" dirty="0"/>
          </a:p>
        </p:txBody>
      </p:sp>
    </p:spTree>
    <p:extLst>
      <p:ext uri="{BB962C8B-B14F-4D97-AF65-F5344CB8AC3E}">
        <p14:creationId xmlns:p14="http://schemas.microsoft.com/office/powerpoint/2010/main" val="2043624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C382139-D106-06AC-F513-1F58CF3882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51899"/>
            <a:ext cx="6516547" cy="3665558"/>
          </a:xfrm>
          <a:prstGeom prst="rect">
            <a:avLst/>
          </a:prstGeom>
        </p:spPr>
      </p:pic>
      <p:sp>
        <p:nvSpPr>
          <p:cNvPr id="2" name="CuadroTexto 1">
            <a:extLst>
              <a:ext uri="{FF2B5EF4-FFF2-40B4-BE49-F238E27FC236}">
                <a16:creationId xmlns:a16="http://schemas.microsoft.com/office/drawing/2014/main" id="{F79892E6-8A84-E957-0213-D1CD217D44D3}"/>
              </a:ext>
            </a:extLst>
          </p:cNvPr>
          <p:cNvSpPr txBox="1"/>
          <p:nvPr/>
        </p:nvSpPr>
        <p:spPr>
          <a:xfrm>
            <a:off x="6893859" y="2886635"/>
            <a:ext cx="4798814" cy="923330"/>
          </a:xfrm>
          <a:prstGeom prst="rect">
            <a:avLst/>
          </a:prstGeom>
          <a:noFill/>
        </p:spPr>
        <p:txBody>
          <a:bodyPr wrap="none" rtlCol="0">
            <a:spAutoFit/>
          </a:bodyPr>
          <a:lstStyle/>
          <a:p>
            <a:r>
              <a:rPr lang="es-MX" dirty="0"/>
              <a:t>Aquí me apareció una advertencia </a:t>
            </a:r>
          </a:p>
          <a:p>
            <a:r>
              <a:rPr lang="es-MX" dirty="0"/>
              <a:t>Ya que no avía seleccionado o no puse un dato</a:t>
            </a:r>
          </a:p>
          <a:p>
            <a:r>
              <a:rPr lang="es-MX" dirty="0"/>
              <a:t>Y quería agregar </a:t>
            </a:r>
            <a:endParaRPr lang="es-ES" dirty="0"/>
          </a:p>
        </p:txBody>
      </p:sp>
      <p:cxnSp>
        <p:nvCxnSpPr>
          <p:cNvPr id="3" name="Conector recto de flecha 2">
            <a:extLst>
              <a:ext uri="{FF2B5EF4-FFF2-40B4-BE49-F238E27FC236}">
                <a16:creationId xmlns:a16="http://schemas.microsoft.com/office/drawing/2014/main" id="{2CF414AA-5C35-A4C0-C34C-077BAFBDD341}"/>
              </a:ext>
            </a:extLst>
          </p:cNvPr>
          <p:cNvCxnSpPr>
            <a:cxnSpLocks/>
          </p:cNvCxnSpPr>
          <p:nvPr/>
        </p:nvCxnSpPr>
        <p:spPr>
          <a:xfrm flipH="1" flipV="1">
            <a:off x="3541059" y="2770094"/>
            <a:ext cx="3227294" cy="658906"/>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ector recto de flecha 5">
            <a:extLst>
              <a:ext uri="{FF2B5EF4-FFF2-40B4-BE49-F238E27FC236}">
                <a16:creationId xmlns:a16="http://schemas.microsoft.com/office/drawing/2014/main" id="{F5AAAF7D-AE26-3A1B-E292-9B062FBE2B74}"/>
              </a:ext>
            </a:extLst>
          </p:cNvPr>
          <p:cNvCxnSpPr>
            <a:cxnSpLocks/>
          </p:cNvCxnSpPr>
          <p:nvPr/>
        </p:nvCxnSpPr>
        <p:spPr>
          <a:xfrm flipH="1">
            <a:off x="1882588" y="3429000"/>
            <a:ext cx="4885765" cy="380965"/>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3078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414B5B2-2E3D-D3A3-978E-7E379ED28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6096000" cy="3429000"/>
          </a:xfrm>
          <a:prstGeom prst="rect">
            <a:avLst/>
          </a:prstGeom>
        </p:spPr>
      </p:pic>
      <p:pic>
        <p:nvPicPr>
          <p:cNvPr id="9" name="Imagen 8">
            <a:extLst>
              <a:ext uri="{FF2B5EF4-FFF2-40B4-BE49-F238E27FC236}">
                <a16:creationId xmlns:a16="http://schemas.microsoft.com/office/drawing/2014/main" id="{44D1C1EE-4E94-AD05-9655-0B5D6E6FA0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0"/>
            <a:ext cx="6096000" cy="3429000"/>
          </a:xfrm>
          <a:prstGeom prst="rect">
            <a:avLst/>
          </a:prstGeom>
        </p:spPr>
      </p:pic>
      <p:sp>
        <p:nvSpPr>
          <p:cNvPr id="2" name="CuadroTexto 1">
            <a:extLst>
              <a:ext uri="{FF2B5EF4-FFF2-40B4-BE49-F238E27FC236}">
                <a16:creationId xmlns:a16="http://schemas.microsoft.com/office/drawing/2014/main" id="{8D5089DC-66E4-C3E8-95F8-AAB07C271F06}"/>
              </a:ext>
            </a:extLst>
          </p:cNvPr>
          <p:cNvSpPr txBox="1"/>
          <p:nvPr/>
        </p:nvSpPr>
        <p:spPr>
          <a:xfrm>
            <a:off x="385483" y="1115234"/>
            <a:ext cx="5251694" cy="646331"/>
          </a:xfrm>
          <a:prstGeom prst="rect">
            <a:avLst/>
          </a:prstGeom>
          <a:noFill/>
        </p:spPr>
        <p:txBody>
          <a:bodyPr wrap="none" rtlCol="0">
            <a:spAutoFit/>
          </a:bodyPr>
          <a:lstStyle/>
          <a:p>
            <a:r>
              <a:rPr lang="es-MX" dirty="0"/>
              <a:t>La 2 ejecución de lista y la lista podemos </a:t>
            </a:r>
            <a:r>
              <a:rPr lang="es-MX" dirty="0" err="1"/>
              <a:t>desapilar</a:t>
            </a:r>
            <a:r>
              <a:rPr lang="es-MX" dirty="0"/>
              <a:t> </a:t>
            </a:r>
          </a:p>
          <a:p>
            <a:r>
              <a:rPr lang="es-MX" dirty="0"/>
              <a:t>Al seleccionar lo que queremos </a:t>
            </a:r>
            <a:endParaRPr lang="es-ES" dirty="0"/>
          </a:p>
        </p:txBody>
      </p:sp>
      <p:sp>
        <p:nvSpPr>
          <p:cNvPr id="3" name="CuadroTexto 2">
            <a:extLst>
              <a:ext uri="{FF2B5EF4-FFF2-40B4-BE49-F238E27FC236}">
                <a16:creationId xmlns:a16="http://schemas.microsoft.com/office/drawing/2014/main" id="{E55C8777-322D-649A-6512-213EB3982D31}"/>
              </a:ext>
            </a:extLst>
          </p:cNvPr>
          <p:cNvSpPr txBox="1"/>
          <p:nvPr/>
        </p:nvSpPr>
        <p:spPr>
          <a:xfrm>
            <a:off x="7404847" y="4805082"/>
            <a:ext cx="3282630" cy="369332"/>
          </a:xfrm>
          <a:prstGeom prst="rect">
            <a:avLst/>
          </a:prstGeom>
          <a:noFill/>
        </p:spPr>
        <p:txBody>
          <a:bodyPr wrap="none" rtlCol="0">
            <a:spAutoFit/>
          </a:bodyPr>
          <a:lstStyle/>
          <a:p>
            <a:r>
              <a:rPr lang="es-MX" dirty="0"/>
              <a:t>Ya qui apilamos y </a:t>
            </a:r>
            <a:r>
              <a:rPr lang="es-MX" dirty="0" err="1"/>
              <a:t>desapilamos</a:t>
            </a:r>
            <a:r>
              <a:rPr lang="es-MX" dirty="0"/>
              <a:t> </a:t>
            </a:r>
            <a:endParaRPr lang="es-ES" dirty="0"/>
          </a:p>
        </p:txBody>
      </p:sp>
    </p:spTree>
    <p:extLst>
      <p:ext uri="{BB962C8B-B14F-4D97-AF65-F5344CB8AC3E}">
        <p14:creationId xmlns:p14="http://schemas.microsoft.com/office/powerpoint/2010/main" val="4169502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B426335-18BA-AB62-8B4B-2D2CE6E0A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3429000"/>
          </a:xfrm>
          <a:prstGeom prst="rect">
            <a:avLst/>
          </a:prstGeom>
        </p:spPr>
      </p:pic>
      <p:pic>
        <p:nvPicPr>
          <p:cNvPr id="5" name="Imagen 4">
            <a:extLst>
              <a:ext uri="{FF2B5EF4-FFF2-40B4-BE49-F238E27FC236}">
                <a16:creationId xmlns:a16="http://schemas.microsoft.com/office/drawing/2014/main" id="{722AE9D0-30ED-A56D-D8B9-FCA367A83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29000"/>
            <a:ext cx="6096000" cy="3429000"/>
          </a:xfrm>
          <a:prstGeom prst="rect">
            <a:avLst/>
          </a:prstGeom>
        </p:spPr>
      </p:pic>
      <p:sp>
        <p:nvSpPr>
          <p:cNvPr id="2" name="CuadroTexto 1">
            <a:extLst>
              <a:ext uri="{FF2B5EF4-FFF2-40B4-BE49-F238E27FC236}">
                <a16:creationId xmlns:a16="http://schemas.microsoft.com/office/drawing/2014/main" id="{B6EA59D2-D192-7CB6-107D-872A2E754EA0}"/>
              </a:ext>
            </a:extLst>
          </p:cNvPr>
          <p:cNvSpPr txBox="1"/>
          <p:nvPr/>
        </p:nvSpPr>
        <p:spPr>
          <a:xfrm>
            <a:off x="7100047" y="851647"/>
            <a:ext cx="4517647" cy="923330"/>
          </a:xfrm>
          <a:prstGeom prst="rect">
            <a:avLst/>
          </a:prstGeom>
          <a:noFill/>
        </p:spPr>
        <p:txBody>
          <a:bodyPr wrap="none" rtlCol="0">
            <a:spAutoFit/>
          </a:bodyPr>
          <a:lstStyle/>
          <a:p>
            <a:r>
              <a:rPr lang="es-MX" dirty="0"/>
              <a:t>Aquí ingresamos los datos de la 3 ejecución</a:t>
            </a:r>
          </a:p>
          <a:p>
            <a:r>
              <a:rPr lang="es-MX" dirty="0"/>
              <a:t>Ya para después </a:t>
            </a:r>
            <a:r>
              <a:rPr lang="es-MX" dirty="0" err="1"/>
              <a:t>desapilar</a:t>
            </a:r>
            <a:r>
              <a:rPr lang="es-MX" dirty="0"/>
              <a:t> o quitar en el</a:t>
            </a:r>
          </a:p>
          <a:p>
            <a:endParaRPr lang="es-ES" dirty="0"/>
          </a:p>
        </p:txBody>
      </p:sp>
      <p:sp>
        <p:nvSpPr>
          <p:cNvPr id="4" name="CuadroTexto 3">
            <a:extLst>
              <a:ext uri="{FF2B5EF4-FFF2-40B4-BE49-F238E27FC236}">
                <a16:creationId xmlns:a16="http://schemas.microsoft.com/office/drawing/2014/main" id="{0B55ED8D-76CB-9DA9-B3D5-A80A19DFA9A7}"/>
              </a:ext>
            </a:extLst>
          </p:cNvPr>
          <p:cNvSpPr txBox="1"/>
          <p:nvPr/>
        </p:nvSpPr>
        <p:spPr>
          <a:xfrm>
            <a:off x="1461248" y="4312024"/>
            <a:ext cx="3613361" cy="646331"/>
          </a:xfrm>
          <a:prstGeom prst="rect">
            <a:avLst/>
          </a:prstGeom>
          <a:noFill/>
        </p:spPr>
        <p:txBody>
          <a:bodyPr wrap="none" rtlCol="0">
            <a:spAutoFit/>
          </a:bodyPr>
          <a:lstStyle/>
          <a:p>
            <a:r>
              <a:rPr lang="es-MX" dirty="0"/>
              <a:t>Otro botón también hay otro botón</a:t>
            </a:r>
          </a:p>
          <a:p>
            <a:r>
              <a:rPr lang="es-MX" dirty="0"/>
              <a:t> para eliminar todo</a:t>
            </a:r>
            <a:endParaRPr lang="es-ES" dirty="0"/>
          </a:p>
        </p:txBody>
      </p:sp>
    </p:spTree>
    <p:extLst>
      <p:ext uri="{BB962C8B-B14F-4D97-AF65-F5344CB8AC3E}">
        <p14:creationId xmlns:p14="http://schemas.microsoft.com/office/powerpoint/2010/main" val="2709370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8FB695F-DA34-C4E6-117D-6AD146107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1005"/>
            <a:ext cx="6609144" cy="3717644"/>
          </a:xfrm>
          <a:prstGeom prst="rect">
            <a:avLst/>
          </a:prstGeom>
        </p:spPr>
      </p:pic>
      <p:sp>
        <p:nvSpPr>
          <p:cNvPr id="2" name="CuadroTexto 1">
            <a:extLst>
              <a:ext uri="{FF2B5EF4-FFF2-40B4-BE49-F238E27FC236}">
                <a16:creationId xmlns:a16="http://schemas.microsoft.com/office/drawing/2014/main" id="{E201BFB9-7255-3A85-3DF7-F9F626FD3DF6}"/>
              </a:ext>
            </a:extLst>
          </p:cNvPr>
          <p:cNvSpPr txBox="1"/>
          <p:nvPr/>
        </p:nvSpPr>
        <p:spPr>
          <a:xfrm>
            <a:off x="7933765" y="2124635"/>
            <a:ext cx="3619068" cy="1200329"/>
          </a:xfrm>
          <a:prstGeom prst="rect">
            <a:avLst/>
          </a:prstGeom>
          <a:noFill/>
        </p:spPr>
        <p:txBody>
          <a:bodyPr wrap="none" rtlCol="0">
            <a:spAutoFit/>
          </a:bodyPr>
          <a:lstStyle/>
          <a:p>
            <a:r>
              <a:rPr lang="es-MX" dirty="0"/>
              <a:t>Aquí ya vanos con la 4 ejecución </a:t>
            </a:r>
          </a:p>
          <a:p>
            <a:r>
              <a:rPr lang="es-MX" dirty="0"/>
              <a:t>Y nos podeos dar cuenta que </a:t>
            </a:r>
          </a:p>
          <a:p>
            <a:r>
              <a:rPr lang="es-MX" dirty="0"/>
              <a:t>Diferentes datos podemos poner </a:t>
            </a:r>
          </a:p>
          <a:p>
            <a:r>
              <a:rPr lang="es-MX" dirty="0"/>
              <a:t>Porque así lo declaramos el código</a:t>
            </a:r>
            <a:endParaRPr lang="es-ES" dirty="0"/>
          </a:p>
        </p:txBody>
      </p:sp>
    </p:spTree>
    <p:extLst>
      <p:ext uri="{BB962C8B-B14F-4D97-AF65-F5344CB8AC3E}">
        <p14:creationId xmlns:p14="http://schemas.microsoft.com/office/powerpoint/2010/main" val="1197791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D41EAAB-2C79-FC4E-AA56-D123CABE1D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6835"/>
            <a:ext cx="5375798" cy="3023886"/>
          </a:xfrm>
          <a:prstGeom prst="rect">
            <a:avLst/>
          </a:prstGeom>
        </p:spPr>
      </p:pic>
      <p:sp>
        <p:nvSpPr>
          <p:cNvPr id="2" name="CuadroTexto 1">
            <a:extLst>
              <a:ext uri="{FF2B5EF4-FFF2-40B4-BE49-F238E27FC236}">
                <a16:creationId xmlns:a16="http://schemas.microsoft.com/office/drawing/2014/main" id="{7FC222F0-8D03-BFB6-F689-5AEA35947989}"/>
              </a:ext>
            </a:extLst>
          </p:cNvPr>
          <p:cNvSpPr txBox="1"/>
          <p:nvPr/>
        </p:nvSpPr>
        <p:spPr>
          <a:xfrm>
            <a:off x="6096000" y="2106706"/>
            <a:ext cx="3571747" cy="646331"/>
          </a:xfrm>
          <a:prstGeom prst="rect">
            <a:avLst/>
          </a:prstGeom>
          <a:noFill/>
        </p:spPr>
        <p:txBody>
          <a:bodyPr wrap="none" rtlCol="0">
            <a:spAutoFit/>
          </a:bodyPr>
          <a:lstStyle/>
          <a:p>
            <a:r>
              <a:rPr lang="es-MX" dirty="0"/>
              <a:t>Aquí ya </a:t>
            </a:r>
            <a:r>
              <a:rPr lang="es-MX" dirty="0" err="1"/>
              <a:t>desapilamos</a:t>
            </a:r>
            <a:r>
              <a:rPr lang="es-MX" dirty="0"/>
              <a:t> unas cuanta </a:t>
            </a:r>
          </a:p>
          <a:p>
            <a:r>
              <a:rPr lang="es-MX" dirty="0"/>
              <a:t>palabras que pusimos </a:t>
            </a:r>
            <a:endParaRPr lang="es-ES" dirty="0"/>
          </a:p>
        </p:txBody>
      </p:sp>
    </p:spTree>
    <p:extLst>
      <p:ext uri="{BB962C8B-B14F-4D97-AF65-F5344CB8AC3E}">
        <p14:creationId xmlns:p14="http://schemas.microsoft.com/office/powerpoint/2010/main" val="2610812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3FEAAD7-B8F7-3B58-C48B-6FEE8FB01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613722" cy="3157719"/>
          </a:xfrm>
          <a:prstGeom prst="rect">
            <a:avLst/>
          </a:prstGeom>
        </p:spPr>
      </p:pic>
      <p:pic>
        <p:nvPicPr>
          <p:cNvPr id="5" name="Imagen 4">
            <a:extLst>
              <a:ext uri="{FF2B5EF4-FFF2-40B4-BE49-F238E27FC236}">
                <a16:creationId xmlns:a16="http://schemas.microsoft.com/office/drawing/2014/main" id="{47571113-37F2-06DA-957D-7E7AA2ACB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3722" y="3157718"/>
            <a:ext cx="6578278" cy="3700281"/>
          </a:xfrm>
          <a:prstGeom prst="rect">
            <a:avLst/>
          </a:prstGeom>
        </p:spPr>
      </p:pic>
      <p:sp>
        <p:nvSpPr>
          <p:cNvPr id="2" name="CuadroTexto 1">
            <a:extLst>
              <a:ext uri="{FF2B5EF4-FFF2-40B4-BE49-F238E27FC236}">
                <a16:creationId xmlns:a16="http://schemas.microsoft.com/office/drawing/2014/main" id="{5F2DBDBD-52BD-A7FC-5AEF-F35EC796F64A}"/>
              </a:ext>
            </a:extLst>
          </p:cNvPr>
          <p:cNvSpPr txBox="1"/>
          <p:nvPr/>
        </p:nvSpPr>
        <p:spPr>
          <a:xfrm>
            <a:off x="7422776" y="1290918"/>
            <a:ext cx="4193969" cy="646331"/>
          </a:xfrm>
          <a:prstGeom prst="rect">
            <a:avLst/>
          </a:prstGeom>
          <a:noFill/>
        </p:spPr>
        <p:txBody>
          <a:bodyPr wrap="none" rtlCol="0">
            <a:spAutoFit/>
          </a:bodyPr>
          <a:lstStyle/>
          <a:p>
            <a:r>
              <a:rPr lang="es-MX" dirty="0"/>
              <a:t>Aquí ya seria la ultima ejecución de lista </a:t>
            </a:r>
          </a:p>
          <a:p>
            <a:r>
              <a:rPr lang="es-MX" dirty="0"/>
              <a:t>Y apilamos y </a:t>
            </a:r>
            <a:r>
              <a:rPr lang="es-MX" dirty="0" err="1"/>
              <a:t>desapilamos</a:t>
            </a:r>
            <a:r>
              <a:rPr lang="es-MX" dirty="0"/>
              <a:t> los datos</a:t>
            </a:r>
            <a:endParaRPr lang="es-ES" dirty="0"/>
          </a:p>
        </p:txBody>
      </p:sp>
      <p:sp>
        <p:nvSpPr>
          <p:cNvPr id="4" name="CuadroTexto 3">
            <a:extLst>
              <a:ext uri="{FF2B5EF4-FFF2-40B4-BE49-F238E27FC236}">
                <a16:creationId xmlns:a16="http://schemas.microsoft.com/office/drawing/2014/main" id="{E470C476-20D4-071B-6447-347172BAC64F}"/>
              </a:ext>
            </a:extLst>
          </p:cNvPr>
          <p:cNvSpPr txBox="1"/>
          <p:nvPr/>
        </p:nvSpPr>
        <p:spPr>
          <a:xfrm>
            <a:off x="977152" y="4157482"/>
            <a:ext cx="3932808" cy="646331"/>
          </a:xfrm>
          <a:prstGeom prst="rect">
            <a:avLst/>
          </a:prstGeom>
          <a:noFill/>
        </p:spPr>
        <p:txBody>
          <a:bodyPr wrap="none" rtlCol="0">
            <a:spAutoFit/>
          </a:bodyPr>
          <a:lstStyle/>
          <a:p>
            <a:r>
              <a:rPr lang="es-MX" dirty="0"/>
              <a:t>Ya que las lista se pude seleccionar al</a:t>
            </a:r>
          </a:p>
          <a:p>
            <a:r>
              <a:rPr lang="es-MX" dirty="0"/>
              <a:t> </a:t>
            </a:r>
            <a:r>
              <a:rPr lang="es-MX" dirty="0" err="1"/>
              <a:t>desapilar</a:t>
            </a:r>
            <a:r>
              <a:rPr lang="es-MX" dirty="0"/>
              <a:t> lo que ya hayamos puesto</a:t>
            </a:r>
            <a:endParaRPr lang="es-ES" dirty="0"/>
          </a:p>
        </p:txBody>
      </p:sp>
      <p:sp>
        <p:nvSpPr>
          <p:cNvPr id="6" name="CuadroTexto 5">
            <a:extLst>
              <a:ext uri="{FF2B5EF4-FFF2-40B4-BE49-F238E27FC236}">
                <a16:creationId xmlns:a16="http://schemas.microsoft.com/office/drawing/2014/main" id="{D14A4A29-CA27-AAC4-5FFF-7BF0713B6583}"/>
              </a:ext>
            </a:extLst>
          </p:cNvPr>
          <p:cNvSpPr txBox="1"/>
          <p:nvPr/>
        </p:nvSpPr>
        <p:spPr>
          <a:xfrm>
            <a:off x="833718" y="5007858"/>
            <a:ext cx="4576317" cy="923330"/>
          </a:xfrm>
          <a:prstGeom prst="rect">
            <a:avLst/>
          </a:prstGeom>
          <a:noFill/>
        </p:spPr>
        <p:txBody>
          <a:bodyPr wrap="none" rtlCol="0">
            <a:spAutoFit/>
          </a:bodyPr>
          <a:lstStyle/>
          <a:p>
            <a:r>
              <a:rPr lang="es-MX" dirty="0"/>
              <a:t>Aquí me muestra una advertencia </a:t>
            </a:r>
            <a:r>
              <a:rPr lang="es-MX" dirty="0" err="1"/>
              <a:t>po</a:t>
            </a:r>
            <a:r>
              <a:rPr lang="es-MX" dirty="0"/>
              <a:t> </a:t>
            </a:r>
            <a:r>
              <a:rPr lang="es-ES" dirty="0"/>
              <a:t>r</a:t>
            </a:r>
          </a:p>
          <a:p>
            <a:r>
              <a:rPr lang="es-ES" dirty="0"/>
              <a:t>Que no agregue un dato y lo estaba apilando</a:t>
            </a:r>
          </a:p>
          <a:p>
            <a:r>
              <a:rPr lang="es-ES" dirty="0"/>
              <a:t>Nada </a:t>
            </a:r>
            <a:endParaRPr lang="es-MX" dirty="0"/>
          </a:p>
        </p:txBody>
      </p:sp>
      <p:cxnSp>
        <p:nvCxnSpPr>
          <p:cNvPr id="7" name="Conector recto de flecha 6">
            <a:extLst>
              <a:ext uri="{FF2B5EF4-FFF2-40B4-BE49-F238E27FC236}">
                <a16:creationId xmlns:a16="http://schemas.microsoft.com/office/drawing/2014/main" id="{BE63C03E-3251-4A9D-5B19-C6A79BD2F773}"/>
              </a:ext>
            </a:extLst>
          </p:cNvPr>
          <p:cNvCxnSpPr>
            <a:cxnSpLocks/>
          </p:cNvCxnSpPr>
          <p:nvPr/>
        </p:nvCxnSpPr>
        <p:spPr>
          <a:xfrm flipV="1">
            <a:off x="5113647" y="4480647"/>
            <a:ext cx="3789214" cy="817494"/>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ector recto de flecha 9">
            <a:extLst>
              <a:ext uri="{FF2B5EF4-FFF2-40B4-BE49-F238E27FC236}">
                <a16:creationId xmlns:a16="http://schemas.microsoft.com/office/drawing/2014/main" id="{02D323DC-1B23-8F3A-BAE2-EAE4CB81E971}"/>
              </a:ext>
            </a:extLst>
          </p:cNvPr>
          <p:cNvCxnSpPr>
            <a:cxnSpLocks/>
          </p:cNvCxnSpPr>
          <p:nvPr/>
        </p:nvCxnSpPr>
        <p:spPr>
          <a:xfrm flipV="1">
            <a:off x="4725730" y="4426895"/>
            <a:ext cx="2556312" cy="145141"/>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de flecha 11">
            <a:extLst>
              <a:ext uri="{FF2B5EF4-FFF2-40B4-BE49-F238E27FC236}">
                <a16:creationId xmlns:a16="http://schemas.microsoft.com/office/drawing/2014/main" id="{24A648B7-4C9D-A7D7-928D-1F0924BCE3D5}"/>
              </a:ext>
            </a:extLst>
          </p:cNvPr>
          <p:cNvCxnSpPr>
            <a:cxnSpLocks/>
          </p:cNvCxnSpPr>
          <p:nvPr/>
        </p:nvCxnSpPr>
        <p:spPr>
          <a:xfrm flipH="1" flipV="1">
            <a:off x="3612776" y="1290917"/>
            <a:ext cx="3669266" cy="229528"/>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8078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B16DE61-5DB8-627E-B216-6BBC991FE1E2}"/>
              </a:ext>
            </a:extLst>
          </p:cNvPr>
          <p:cNvSpPr txBox="1"/>
          <p:nvPr/>
        </p:nvSpPr>
        <p:spPr>
          <a:xfrm>
            <a:off x="3261360" y="556181"/>
            <a:ext cx="6096000" cy="3631763"/>
          </a:xfrm>
          <a:prstGeom prst="rect">
            <a:avLst/>
          </a:prstGeom>
          <a:noFill/>
        </p:spPr>
        <p:txBody>
          <a:bodyPr wrap="square">
            <a:spAutoFit/>
          </a:bodyPr>
          <a:lstStyle/>
          <a:p>
            <a:pPr algn="ctr"/>
            <a:r>
              <a:rPr lang="es-MX" sz="2000" b="1" dirty="0"/>
              <a:t>Conclusión </a:t>
            </a:r>
            <a:endParaRPr lang="es-ES" sz="2000" b="1" dirty="0"/>
          </a:p>
          <a:p>
            <a:endParaRPr lang="es-ES" dirty="0"/>
          </a:p>
          <a:p>
            <a:pPr algn="just"/>
            <a:r>
              <a:rPr lang="es-ES" sz="1600" dirty="0">
                <a:latin typeface="Arial" panose="020B0604020202020204" pitchFamily="34" charset="0"/>
                <a:cs typeface="Arial" panose="020B0604020202020204" pitchFamily="34" charset="0"/>
              </a:rPr>
              <a:t>Tras concluir el estudio de las estructuras lineales, se evidencia que la comprensión de su lógica interna es fundamental para cualquier ingeniería de software de alto nivel. La investigación permite deducir las siguientes premisas:</a:t>
            </a:r>
          </a:p>
          <a:p>
            <a:pPr lvl="0" algn="just"/>
            <a:r>
              <a:rPr lang="es-ES" sz="1600" dirty="0">
                <a:latin typeface="Arial" panose="020B0604020202020204" pitchFamily="34" charset="0"/>
                <a:cs typeface="Arial" panose="020B0604020202020204" pitchFamily="34" charset="0"/>
              </a:rPr>
              <a:t>La pila se consolida como el mecanismo ideal para el retroceso de estados, la evaluación de sintaxis y el control interno de funciones gracias a su naturaleza restrictiva de último en entrar, primero en salir.</a:t>
            </a:r>
          </a:p>
          <a:p>
            <a:pPr lvl="0" algn="just"/>
            <a:r>
              <a:rPr lang="es-ES" sz="1600" dirty="0">
                <a:latin typeface="Arial" panose="020B0604020202020204" pitchFamily="34" charset="0"/>
                <a:cs typeface="Arial" panose="020B0604020202020204" pitchFamily="34" charset="0"/>
              </a:rPr>
              <a:t>La cola</a:t>
            </a:r>
            <a:r>
              <a:rPr lang="es-ES" sz="1600" b="1" dirty="0">
                <a:latin typeface="Arial" panose="020B0604020202020204" pitchFamily="34" charset="0"/>
                <a:cs typeface="Arial" panose="020B0604020202020204" pitchFamily="34" charset="0"/>
              </a:rPr>
              <a:t> </a:t>
            </a:r>
            <a:r>
              <a:rPr lang="es-ES" sz="1600" dirty="0">
                <a:latin typeface="Arial" panose="020B0604020202020204" pitchFamily="34" charset="0"/>
                <a:cs typeface="Arial" panose="020B0604020202020204" pitchFamily="34" charset="0"/>
              </a:rPr>
              <a:t>y sus derivaciones (circulares y </a:t>
            </a:r>
            <a:r>
              <a:rPr lang="es-ES" sz="1600" dirty="0" err="1">
                <a:latin typeface="Arial" panose="020B0604020202020204" pitchFamily="34" charset="0"/>
                <a:cs typeface="Arial" panose="020B0604020202020204" pitchFamily="34" charset="0"/>
              </a:rPr>
              <a:t>bicolas</a:t>
            </a:r>
            <a:r>
              <a:rPr lang="es-ES" sz="1600" dirty="0">
                <a:latin typeface="Arial" panose="020B0604020202020204" pitchFamily="34" charset="0"/>
                <a:cs typeface="Arial" panose="020B0604020202020204" pitchFamily="34" charset="0"/>
              </a:rPr>
              <a:t>) demuestran ser la arquitectura óptima para mitigar la asincronía entre dispositivos, ordenando el tráfico de datos y la planificación de tareas de manera equitativa.</a:t>
            </a:r>
          </a:p>
        </p:txBody>
      </p:sp>
    </p:spTree>
    <p:extLst>
      <p:ext uri="{BB962C8B-B14F-4D97-AF65-F5344CB8AC3E}">
        <p14:creationId xmlns:p14="http://schemas.microsoft.com/office/powerpoint/2010/main" val="4284548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86D3374-3F34-35EC-C8C3-55AF1C0B2A25}"/>
              </a:ext>
            </a:extLst>
          </p:cNvPr>
          <p:cNvSpPr txBox="1"/>
          <p:nvPr/>
        </p:nvSpPr>
        <p:spPr>
          <a:xfrm>
            <a:off x="3047114" y="621249"/>
            <a:ext cx="6097772" cy="1313180"/>
          </a:xfrm>
          <a:prstGeom prst="rect">
            <a:avLst/>
          </a:prstGeom>
          <a:noFill/>
        </p:spPr>
        <p:txBody>
          <a:bodyPr wrap="square">
            <a:spAutoFit/>
          </a:bodyPr>
          <a:lstStyle/>
          <a:p>
            <a:pPr algn="just">
              <a:lnSpc>
                <a:spcPct val="100000"/>
              </a:lnSpc>
              <a:spcAft>
                <a:spcPts val="800"/>
              </a:spcAft>
              <a:buNone/>
            </a:pPr>
            <a:r>
              <a:rPr lang="es-ES" sz="1800" b="1" kern="100" dirty="0">
                <a:solidFill>
                  <a:schemeClr val="tx1"/>
                </a:solidFill>
                <a:effectLst/>
                <a:latin typeface="+mn-lt"/>
                <a:ea typeface="Yu Mincho" panose="02020400000000000000" pitchFamily="18" charset="-128"/>
                <a:cs typeface="Times New Roman" panose="02020603050405020304" pitchFamily="18" charset="0"/>
              </a:rPr>
              <a:t>Proporciono el link de mis códigos fuentes que están ubicados en mi repositorio de GitHub.</a:t>
            </a:r>
          </a:p>
          <a:p>
            <a:pPr algn="just">
              <a:lnSpc>
                <a:spcPct val="100000"/>
              </a:lnSpc>
              <a:spcAft>
                <a:spcPts val="800"/>
              </a:spcAft>
              <a:buNone/>
            </a:pPr>
            <a:endParaRPr lang="es-ES" b="1" kern="100" dirty="0">
              <a:ea typeface="Yu Mincho" panose="02020400000000000000" pitchFamily="18" charset="-128"/>
              <a:cs typeface="Times New Roman" panose="02020603050405020304" pitchFamily="18" charset="0"/>
            </a:endParaRPr>
          </a:p>
          <a:p>
            <a:pPr algn="just">
              <a:lnSpc>
                <a:spcPct val="100000"/>
              </a:lnSpc>
              <a:spcAft>
                <a:spcPts val="800"/>
              </a:spcAft>
              <a:buNone/>
            </a:pPr>
            <a:endParaRPr lang="es-ES" sz="1200" kern="100" dirty="0">
              <a:effectLst/>
              <a:latin typeface="Aptos" panose="020B000402020202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155056259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738</TotalTime>
  <Words>860</Words>
  <Application>Microsoft Office PowerPoint</Application>
  <PresentationFormat>Panorámica</PresentationFormat>
  <Paragraphs>93</Paragraphs>
  <Slides>29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Yu Mincho</vt: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gerardo santizo</dc:creator>
  <cp:lastModifiedBy>gerardo santizo</cp:lastModifiedBy>
  <cp:revision>17</cp:revision>
  <dcterms:created xsi:type="dcterms:W3CDTF">2026-03-15T14:28:55Z</dcterms:created>
  <dcterms:modified xsi:type="dcterms:W3CDTF">2026-10-09T00:15:05Z</dcterms:modified>
</cp:coreProperties>
</file>