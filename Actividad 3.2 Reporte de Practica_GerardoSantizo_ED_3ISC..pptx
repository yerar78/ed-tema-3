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273" r:id="rId30"/>
    <p:sldId id="274" r:id="rId3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95FAF-2F16-4428-B033-8BF98B2F9C25}" v="94" dt="2026-10-09T00:07:18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710" autoAdjust="0"/>
  </p:normalViewPr>
  <p:slideViewPr>
    <p:cSldViewPr snapToGrid="0">
      <p:cViewPr varScale="1">
        <p:scale>
          <a:sx n="72" d="100"/>
          <a:sy n="72" d="100"/>
        </p:scale>
        <p:origin x="11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santizo" userId="45bfa019510e82aa" providerId="LiveId" clId="{DA08B045-3723-4FDC-9F04-993BCA8A7E60}"/>
    <pc:docChg chg="undo custSel addSld delSld modSld sldOrd">
      <pc:chgData name="gerardo santizo" userId="45bfa019510e82aa" providerId="LiveId" clId="{DA08B045-3723-4FDC-9F04-993BCA8A7E60}" dt="2026-10-09T00:19:53.383" v="8780" actId="1076"/>
      <pc:docMkLst>
        <pc:docMk/>
      </pc:docMkLst>
      <pc:sldChg chg="modSp mod">
        <pc:chgData name="gerardo santizo" userId="45bfa019510e82aa" providerId="LiveId" clId="{DA08B045-3723-4FDC-9F04-993BCA8A7E60}" dt="2026-09-11T01:56:21.790" v="3184" actId="20577"/>
        <pc:sldMkLst>
          <pc:docMk/>
          <pc:sldMk cId="2695076025" sldId="257"/>
        </pc:sldMkLst>
        <pc:spChg chg="mod">
          <ac:chgData name="gerardo santizo" userId="45bfa019510e82aa" providerId="LiveId" clId="{DA08B045-3723-4FDC-9F04-993BCA8A7E60}" dt="2026-09-11T01:56:21.790" v="3184" actId="20577"/>
          <ac:spMkLst>
            <pc:docMk/>
            <pc:sldMk cId="2695076025" sldId="257"/>
            <ac:spMk id="3" creationId="{112050AC-70CD-7D53-2601-4E5655F5C5C4}"/>
          </ac:spMkLst>
        </pc:spChg>
      </pc:sldChg>
      <pc:sldChg chg="addSp delSp modSp new mod">
        <pc:chgData name="gerardo santizo" userId="45bfa019510e82aa" providerId="LiveId" clId="{DA08B045-3723-4FDC-9F04-993BCA8A7E60}" dt="2026-10-09T00:04:38.570" v="8559" actId="20577"/>
        <pc:sldMkLst>
          <pc:docMk/>
          <pc:sldMk cId="4284548567" sldId="273"/>
        </pc:sldMkLst>
        <pc:spChg chg="add mod">
          <ac:chgData name="gerardo santizo" userId="45bfa019510e82aa" providerId="LiveId" clId="{DA08B045-3723-4FDC-9F04-993BCA8A7E60}" dt="2026-10-09T00:04:38.570" v="8559" actId="20577"/>
          <ac:spMkLst>
            <pc:docMk/>
            <pc:sldMk cId="4284548567" sldId="273"/>
            <ac:spMk id="3" creationId="{BF4140C5-65F6-BC98-7578-E1B03B0800B3}"/>
          </ac:spMkLst>
        </pc:spChg>
      </pc:sldChg>
      <pc:sldChg chg="addSp delSp modSp new mod">
        <pc:chgData name="gerardo santizo" userId="45bfa019510e82aa" providerId="LiveId" clId="{DA08B045-3723-4FDC-9F04-993BCA8A7E60}" dt="2026-10-07T02:25:52.805" v="3261" actId="20577"/>
        <pc:sldMkLst>
          <pc:docMk/>
          <pc:sldMk cId="171237298" sldId="274"/>
        </pc:sldMkLst>
        <pc:spChg chg="add mod">
          <ac:chgData name="gerardo santizo" userId="45bfa019510e82aa" providerId="LiveId" clId="{DA08B045-3723-4FDC-9F04-993BCA8A7E60}" dt="2026-10-07T02:25:52.805" v="3261" actId="20577"/>
          <ac:spMkLst>
            <pc:docMk/>
            <pc:sldMk cId="171237298" sldId="274"/>
            <ac:spMk id="3" creationId="{02AF7776-EECE-0ED8-EDE7-B4073819D5CE}"/>
          </ac:spMkLst>
        </pc:spChg>
      </pc:sldChg>
      <pc:sldChg chg="addSp modSp new mod">
        <pc:chgData name="gerardo santizo" userId="45bfa019510e82aa" providerId="LiveId" clId="{DA08B045-3723-4FDC-9F04-993BCA8A7E60}" dt="2026-10-09T00:19:53.383" v="8780" actId="1076"/>
        <pc:sldMkLst>
          <pc:docMk/>
          <pc:sldMk cId="2265664473" sldId="279"/>
        </pc:sldMkLst>
        <pc:spChg chg="add mod">
          <ac:chgData name="gerardo santizo" userId="45bfa019510e82aa" providerId="LiveId" clId="{DA08B045-3723-4FDC-9F04-993BCA8A7E60}" dt="2026-10-09T00:19:53.383" v="8780" actId="1076"/>
          <ac:spMkLst>
            <pc:docMk/>
            <pc:sldMk cId="2265664473" sldId="279"/>
            <ac:spMk id="2" creationId="{74E5CC8D-E22F-6E3F-A288-04E75D4F5AD8}"/>
          </ac:spMkLst>
        </pc:spChg>
        <pc:spChg chg="add mod">
          <ac:chgData name="gerardo santizo" userId="45bfa019510e82aa" providerId="LiveId" clId="{DA08B045-3723-4FDC-9F04-993BCA8A7E60}" dt="2026-10-09T00:19:50.727" v="8779" actId="1076"/>
          <ac:spMkLst>
            <pc:docMk/>
            <pc:sldMk cId="2265664473" sldId="279"/>
            <ac:spMk id="4" creationId="{49C7982B-AFA3-AD3B-2A33-E00BE244F828}"/>
          </ac:spMkLst>
        </pc:spChg>
      </pc:sldChg>
      <pc:sldChg chg="addSp modSp new mod">
        <pc:chgData name="gerardo santizo" userId="45bfa019510e82aa" providerId="LiveId" clId="{DA08B045-3723-4FDC-9F04-993BCA8A7E60}" dt="2026-10-09T00:03:43.922" v="8546" actId="403"/>
        <pc:sldMkLst>
          <pc:docMk/>
          <pc:sldMk cId="691214324" sldId="280"/>
        </pc:sldMkLst>
        <pc:spChg chg="add mod">
          <ac:chgData name="gerardo santizo" userId="45bfa019510e82aa" providerId="LiveId" clId="{DA08B045-3723-4FDC-9F04-993BCA8A7E60}" dt="2026-10-09T00:03:43.922" v="8546" actId="403"/>
          <ac:spMkLst>
            <pc:docMk/>
            <pc:sldMk cId="691214324" sldId="280"/>
            <ac:spMk id="3" creationId="{F639E42E-2A8E-C5CA-621E-E24E51B815BC}"/>
          </ac:spMkLst>
        </pc:spChg>
      </pc:sldChg>
      <pc:sldChg chg="addSp modSp new mod">
        <pc:chgData name="gerardo santizo" userId="45bfa019510e82aa" providerId="LiveId" clId="{DA08B045-3723-4FDC-9F04-993BCA8A7E60}" dt="2026-10-09T00:06:43.723" v="8655" actId="20577"/>
        <pc:sldMkLst>
          <pc:docMk/>
          <pc:sldMk cId="3306302826" sldId="281"/>
        </pc:sldMkLst>
        <pc:spChg chg="add mod">
          <ac:chgData name="gerardo santizo" userId="45bfa019510e82aa" providerId="LiveId" clId="{DA08B045-3723-4FDC-9F04-993BCA8A7E60}" dt="2026-10-09T00:06:43.723" v="8655" actId="20577"/>
          <ac:spMkLst>
            <pc:docMk/>
            <pc:sldMk cId="3306302826" sldId="281"/>
            <ac:spMk id="2" creationId="{8E366702-275B-162D-BFD4-D82628DE04D5}"/>
          </ac:spMkLst>
        </pc:spChg>
        <pc:spChg chg="add mod">
          <ac:chgData name="gerardo santizo" userId="45bfa019510e82aa" providerId="LiveId" clId="{DA08B045-3723-4FDC-9F04-993BCA8A7E60}" dt="2026-10-09T00:05:42.868" v="8565" actId="403"/>
          <ac:spMkLst>
            <pc:docMk/>
            <pc:sldMk cId="3306302826" sldId="281"/>
            <ac:spMk id="9" creationId="{6EA77E62-F3B7-891C-9936-5516B4C1AF7B}"/>
          </ac:spMkLst>
        </pc:spChg>
        <pc:spChg chg="add mod">
          <ac:chgData name="gerardo santizo" userId="45bfa019510e82aa" providerId="LiveId" clId="{DA08B045-3723-4FDC-9F04-993BCA8A7E60}" dt="2026-10-09T00:05:38.873" v="8564" actId="403"/>
          <ac:spMkLst>
            <pc:docMk/>
            <pc:sldMk cId="3306302826" sldId="281"/>
            <ac:spMk id="12" creationId="{6600A252-A020-5195-E5F3-8CB69CE53A1F}"/>
          </ac:spMkLst>
        </pc:spChg>
        <pc:picChg chg="add mod">
          <ac:chgData name="gerardo santizo" userId="45bfa019510e82aa" providerId="LiveId" clId="{DA08B045-3723-4FDC-9F04-993BCA8A7E60}" dt="2026-10-08T04:08:34.310" v="3374" actId="1076"/>
          <ac:picMkLst>
            <pc:docMk/>
            <pc:sldMk cId="3306302826" sldId="281"/>
            <ac:picMk id="3" creationId="{D6A96198-B53D-8F5F-C8F0-17E01A302E01}"/>
          </ac:picMkLst>
        </pc:picChg>
        <pc:cxnChg chg="add mod">
          <ac:chgData name="gerardo santizo" userId="45bfa019510e82aa" providerId="LiveId" clId="{DA08B045-3723-4FDC-9F04-993BCA8A7E60}" dt="2026-10-08T04:08:52.596" v="3377" actId="208"/>
          <ac:cxnSpMkLst>
            <pc:docMk/>
            <pc:sldMk cId="3306302826" sldId="281"/>
            <ac:cxnSpMk id="4" creationId="{090829E7-2063-36B2-670E-503ACA3AAA76}"/>
          </ac:cxnSpMkLst>
        </pc:cxnChg>
        <pc:cxnChg chg="add mod">
          <ac:chgData name="gerardo santizo" userId="45bfa019510e82aa" providerId="LiveId" clId="{DA08B045-3723-4FDC-9F04-993BCA8A7E60}" dt="2026-10-08T04:11:01.650" v="3444" actId="1076"/>
          <ac:cxnSpMkLst>
            <pc:docMk/>
            <pc:sldMk cId="3306302826" sldId="281"/>
            <ac:cxnSpMk id="10" creationId="{CB813886-D821-95E6-7A94-5A08EE472BF7}"/>
          </ac:cxnSpMkLst>
        </pc:cxnChg>
      </pc:sldChg>
      <pc:sldChg chg="addSp delSp modSp new mod">
        <pc:chgData name="gerardo santizo" userId="45bfa019510e82aa" providerId="LiveId" clId="{DA08B045-3723-4FDC-9F04-993BCA8A7E60}" dt="2026-10-08T04:17:29.387" v="3794" actId="1076"/>
        <pc:sldMkLst>
          <pc:docMk/>
          <pc:sldMk cId="3144784724" sldId="282"/>
        </pc:sldMkLst>
        <pc:spChg chg="add mod">
          <ac:chgData name="gerardo santizo" userId="45bfa019510e82aa" providerId="LiveId" clId="{DA08B045-3723-4FDC-9F04-993BCA8A7E60}" dt="2026-10-08T04:17:29.387" v="3794" actId="1076"/>
          <ac:spMkLst>
            <pc:docMk/>
            <pc:sldMk cId="3144784724" sldId="282"/>
            <ac:spMk id="8" creationId="{0462B408-126C-BB6B-8A8F-DF27A3004A73}"/>
          </ac:spMkLst>
        </pc:spChg>
        <pc:spChg chg="add mod">
          <ac:chgData name="gerardo santizo" userId="45bfa019510e82aa" providerId="LiveId" clId="{DA08B045-3723-4FDC-9F04-993BCA8A7E60}" dt="2026-10-08T04:16:12.467" v="3754" actId="313"/>
          <ac:spMkLst>
            <pc:docMk/>
            <pc:sldMk cId="3144784724" sldId="282"/>
            <ac:spMk id="11" creationId="{5952F999-FF60-9E21-A9BE-294529084230}"/>
          </ac:spMkLst>
        </pc:spChg>
        <pc:picChg chg="add mod">
          <ac:chgData name="gerardo santizo" userId="45bfa019510e82aa" providerId="LiveId" clId="{DA08B045-3723-4FDC-9F04-993BCA8A7E60}" dt="2026-10-07T02:50:18.007" v="3292" actId="1076"/>
          <ac:picMkLst>
            <pc:docMk/>
            <pc:sldMk cId="3144784724" sldId="282"/>
            <ac:picMk id="3" creationId="{EFFB779E-D02B-EFE3-A0D1-810F2162D66A}"/>
          </ac:picMkLst>
        </pc:picChg>
        <pc:cxnChg chg="add del">
          <ac:chgData name="gerardo santizo" userId="45bfa019510e82aa" providerId="LiveId" clId="{DA08B045-3723-4FDC-9F04-993BCA8A7E60}" dt="2026-10-08T04:13:10.523" v="3599" actId="478"/>
          <ac:cxnSpMkLst>
            <pc:docMk/>
            <pc:sldMk cId="3144784724" sldId="282"/>
            <ac:cxnSpMk id="4" creationId="{683927E9-9A32-1371-8D86-9D7144F44F7C}"/>
          </ac:cxnSpMkLst>
        </pc:cxnChg>
        <pc:cxnChg chg="add mod">
          <ac:chgData name="gerardo santizo" userId="45bfa019510e82aa" providerId="LiveId" clId="{DA08B045-3723-4FDC-9F04-993BCA8A7E60}" dt="2026-10-08T04:13:28.017" v="3604" actId="14100"/>
          <ac:cxnSpMkLst>
            <pc:docMk/>
            <pc:sldMk cId="3144784724" sldId="282"/>
            <ac:cxnSpMk id="5" creationId="{76C447B7-AADD-B458-6365-4AB9D2E53598}"/>
          </ac:cxnSpMkLst>
        </pc:cxnChg>
        <pc:cxnChg chg="add mod">
          <ac:chgData name="gerardo santizo" userId="45bfa019510e82aa" providerId="LiveId" clId="{DA08B045-3723-4FDC-9F04-993BCA8A7E60}" dt="2026-10-08T04:14:41.376" v="3623" actId="14100"/>
          <ac:cxnSpMkLst>
            <pc:docMk/>
            <pc:sldMk cId="3144784724" sldId="282"/>
            <ac:cxnSpMk id="9" creationId="{5AE424DF-C372-9B0C-127B-AFDC9AA6D389}"/>
          </ac:cxnSpMkLst>
        </pc:cxnChg>
        <pc:cxnChg chg="add mod">
          <ac:chgData name="gerardo santizo" userId="45bfa019510e82aa" providerId="LiveId" clId="{DA08B045-3723-4FDC-9F04-993BCA8A7E60}" dt="2026-10-08T04:17:24.878" v="3793" actId="14100"/>
          <ac:cxnSpMkLst>
            <pc:docMk/>
            <pc:sldMk cId="3144784724" sldId="282"/>
            <ac:cxnSpMk id="12" creationId="{764C5412-9958-7239-E8AE-C3B987A8E2F2}"/>
          </ac:cxnSpMkLst>
        </pc:cxnChg>
      </pc:sldChg>
      <pc:sldChg chg="addSp delSp modSp new mod">
        <pc:chgData name="gerardo santizo" userId="45bfa019510e82aa" providerId="LiveId" clId="{DA08B045-3723-4FDC-9F04-993BCA8A7E60}" dt="2026-10-09T00:08:12.726" v="8771" actId="313"/>
        <pc:sldMkLst>
          <pc:docMk/>
          <pc:sldMk cId="3772000658" sldId="283"/>
        </pc:sldMkLst>
        <pc:spChg chg="add mod">
          <ac:chgData name="gerardo santizo" userId="45bfa019510e82aa" providerId="LiveId" clId="{DA08B045-3723-4FDC-9F04-993BCA8A7E60}" dt="2026-10-09T00:06:52.941" v="8656" actId="403"/>
          <ac:spMkLst>
            <pc:docMk/>
            <pc:sldMk cId="3772000658" sldId="283"/>
            <ac:spMk id="4" creationId="{11C425CE-DB3C-8D58-C644-9B5CC0C32ED3}"/>
          </ac:spMkLst>
        </pc:spChg>
        <pc:spChg chg="add del">
          <ac:chgData name="gerardo santizo" userId="45bfa019510e82aa" providerId="LiveId" clId="{DA08B045-3723-4FDC-9F04-993BCA8A7E60}" dt="2026-10-09T00:07:06.382" v="8658" actId="22"/>
          <ac:spMkLst>
            <pc:docMk/>
            <pc:sldMk cId="3772000658" sldId="283"/>
            <ac:spMk id="7" creationId="{B9471146-2FC8-263A-55F5-15BE157C3C84}"/>
          </ac:spMkLst>
        </pc:spChg>
        <pc:spChg chg="add mod">
          <ac:chgData name="gerardo santizo" userId="45bfa019510e82aa" providerId="LiveId" clId="{DA08B045-3723-4FDC-9F04-993BCA8A7E60}" dt="2026-10-09T00:08:12.726" v="8771" actId="313"/>
          <ac:spMkLst>
            <pc:docMk/>
            <pc:sldMk cId="3772000658" sldId="283"/>
            <ac:spMk id="11" creationId="{243FB510-F560-3E78-8ADA-4828560BF4E5}"/>
          </ac:spMkLst>
        </pc:spChg>
        <pc:picChg chg="add mod">
          <ac:chgData name="gerardo santizo" userId="45bfa019510e82aa" providerId="LiveId" clId="{DA08B045-3723-4FDC-9F04-993BCA8A7E60}" dt="2026-10-08T04:17:58.729" v="3796" actId="1076"/>
          <ac:picMkLst>
            <pc:docMk/>
            <pc:sldMk cId="3772000658" sldId="283"/>
            <ac:picMk id="3" creationId="{5C3E0B5D-48FB-E984-8A12-D18D93F78D70}"/>
          </ac:picMkLst>
        </pc:picChg>
        <pc:cxnChg chg="add mod">
          <ac:chgData name="gerardo santizo" userId="45bfa019510e82aa" providerId="LiveId" clId="{DA08B045-3723-4FDC-9F04-993BCA8A7E60}" dt="2026-10-08T04:20:07.753" v="3926" actId="208"/>
          <ac:cxnSpMkLst>
            <pc:docMk/>
            <pc:sldMk cId="3772000658" sldId="283"/>
            <ac:cxnSpMk id="2" creationId="{EA9853B7-F11B-288B-3072-4B96F6828692}"/>
          </ac:cxnSpMkLst>
        </pc:cxnChg>
        <pc:cxnChg chg="add mod">
          <ac:chgData name="gerardo santizo" userId="45bfa019510e82aa" providerId="LiveId" clId="{DA08B045-3723-4FDC-9F04-993BCA8A7E60}" dt="2026-10-08T04:20:14.779" v="3927" actId="208"/>
          <ac:cxnSpMkLst>
            <pc:docMk/>
            <pc:sldMk cId="3772000658" sldId="283"/>
            <ac:cxnSpMk id="5" creationId="{B00CE70C-6FAD-119E-A31F-D1278A497CDF}"/>
          </ac:cxnSpMkLst>
        </pc:cxnChg>
        <pc:cxnChg chg="add mod">
          <ac:chgData name="gerardo santizo" userId="45bfa019510e82aa" providerId="LiveId" clId="{DA08B045-3723-4FDC-9F04-993BCA8A7E60}" dt="2026-10-09T00:07:17.887" v="8662" actId="14100"/>
          <ac:cxnSpMkLst>
            <pc:docMk/>
            <pc:sldMk cId="3772000658" sldId="283"/>
            <ac:cxnSpMk id="8" creationId="{161CB066-25DF-7029-6463-991274C8FC86}"/>
          </ac:cxnSpMkLst>
        </pc:cxnChg>
      </pc:sldChg>
      <pc:sldChg chg="addSp modSp new mod">
        <pc:chgData name="gerardo santizo" userId="45bfa019510e82aa" providerId="LiveId" clId="{DA08B045-3723-4FDC-9F04-993BCA8A7E60}" dt="2026-10-09T00:08:30.977" v="8775" actId="403"/>
        <pc:sldMkLst>
          <pc:docMk/>
          <pc:sldMk cId="256607964" sldId="284"/>
        </pc:sldMkLst>
        <pc:spChg chg="add mod">
          <ac:chgData name="gerardo santizo" userId="45bfa019510e82aa" providerId="LiveId" clId="{DA08B045-3723-4FDC-9F04-993BCA8A7E60}" dt="2026-10-09T00:08:22.706" v="8772" actId="403"/>
          <ac:spMkLst>
            <pc:docMk/>
            <pc:sldMk cId="256607964" sldId="284"/>
            <ac:spMk id="5" creationId="{4BD5CBC5-B750-AA3B-87FC-7705F126C953}"/>
          </ac:spMkLst>
        </pc:spChg>
        <pc:spChg chg="add mod">
          <ac:chgData name="gerardo santizo" userId="45bfa019510e82aa" providerId="LiveId" clId="{DA08B045-3723-4FDC-9F04-993BCA8A7E60}" dt="2026-10-09T00:08:27.602" v="8774" actId="403"/>
          <ac:spMkLst>
            <pc:docMk/>
            <pc:sldMk cId="256607964" sldId="284"/>
            <ac:spMk id="8" creationId="{F964463D-1CD3-6EA0-8798-6A13E4372867}"/>
          </ac:spMkLst>
        </pc:spChg>
        <pc:spChg chg="add mod">
          <ac:chgData name="gerardo santizo" userId="45bfa019510e82aa" providerId="LiveId" clId="{DA08B045-3723-4FDC-9F04-993BCA8A7E60}" dt="2026-10-09T00:08:30.977" v="8775" actId="403"/>
          <ac:spMkLst>
            <pc:docMk/>
            <pc:sldMk cId="256607964" sldId="284"/>
            <ac:spMk id="11" creationId="{9ACA4C7C-F2BB-6679-BFE0-C9DADD45CF62}"/>
          </ac:spMkLst>
        </pc:spChg>
        <pc:picChg chg="add mod">
          <ac:chgData name="gerardo santizo" userId="45bfa019510e82aa" providerId="LiveId" clId="{DA08B045-3723-4FDC-9F04-993BCA8A7E60}" dt="2026-10-07T02:50:51.621" v="3299" actId="1076"/>
          <ac:picMkLst>
            <pc:docMk/>
            <pc:sldMk cId="256607964" sldId="284"/>
            <ac:picMk id="3" creationId="{FDDF1A5C-61AE-20DB-4593-274B9C5427D5}"/>
          </ac:picMkLst>
        </pc:picChg>
        <pc:cxnChg chg="add mod">
          <ac:chgData name="gerardo santizo" userId="45bfa019510e82aa" providerId="LiveId" clId="{DA08B045-3723-4FDC-9F04-993BCA8A7E60}" dt="2026-10-08T04:22:11.511" v="4050" actId="208"/>
          <ac:cxnSpMkLst>
            <pc:docMk/>
            <pc:sldMk cId="256607964" sldId="284"/>
            <ac:cxnSpMk id="2" creationId="{45D5DADE-8E68-5FCD-04C1-6418778ED00D}"/>
          </ac:cxnSpMkLst>
        </pc:cxnChg>
        <pc:cxnChg chg="add mod">
          <ac:chgData name="gerardo santizo" userId="45bfa019510e82aa" providerId="LiveId" clId="{DA08B045-3723-4FDC-9F04-993BCA8A7E60}" dt="2026-10-08T04:24:55.177" v="4240" actId="208"/>
          <ac:cxnSpMkLst>
            <pc:docMk/>
            <pc:sldMk cId="256607964" sldId="284"/>
            <ac:cxnSpMk id="6" creationId="{84BE7064-66B9-B026-9B8F-4337E72CC00F}"/>
          </ac:cxnSpMkLst>
        </pc:cxnChg>
        <pc:cxnChg chg="add mod">
          <ac:chgData name="gerardo santizo" userId="45bfa019510e82aa" providerId="LiveId" clId="{DA08B045-3723-4FDC-9F04-993BCA8A7E60}" dt="2026-10-08T04:24:50.584" v="4239" actId="208"/>
          <ac:cxnSpMkLst>
            <pc:docMk/>
            <pc:sldMk cId="256607964" sldId="284"/>
            <ac:cxnSpMk id="9" creationId="{6966ECA6-6BC8-5CF4-C2B4-2B198F78933A}"/>
          </ac:cxnSpMkLst>
        </pc:cxnChg>
      </pc:sldChg>
      <pc:sldChg chg="addSp modSp new mod">
        <pc:chgData name="gerardo santizo" userId="45bfa019510e82aa" providerId="LiveId" clId="{DA08B045-3723-4FDC-9F04-993BCA8A7E60}" dt="2026-10-08T13:15:43.690" v="7109" actId="20577"/>
        <pc:sldMkLst>
          <pc:docMk/>
          <pc:sldMk cId="719466818" sldId="285"/>
        </pc:sldMkLst>
        <pc:spChg chg="add mod">
          <ac:chgData name="gerardo santizo" userId="45bfa019510e82aa" providerId="LiveId" clId="{DA08B045-3723-4FDC-9F04-993BCA8A7E60}" dt="2026-10-08T04:33:04.370" v="4377" actId="313"/>
          <ac:spMkLst>
            <pc:docMk/>
            <pc:sldMk cId="719466818" sldId="285"/>
            <ac:spMk id="6" creationId="{1C42B09B-EA69-B784-D459-A87C12E6BA6D}"/>
          </ac:spMkLst>
        </pc:spChg>
        <pc:spChg chg="add mod">
          <ac:chgData name="gerardo santizo" userId="45bfa019510e82aa" providerId="LiveId" clId="{DA08B045-3723-4FDC-9F04-993BCA8A7E60}" dt="2026-10-08T13:15:43.690" v="7109" actId="20577"/>
          <ac:spMkLst>
            <pc:docMk/>
            <pc:sldMk cId="719466818" sldId="285"/>
            <ac:spMk id="9" creationId="{DE887A23-12DA-9555-1337-0EEAFAB6CC36}"/>
          </ac:spMkLst>
        </pc:spChg>
        <pc:picChg chg="add mod">
          <ac:chgData name="gerardo santizo" userId="45bfa019510e82aa" providerId="LiveId" clId="{DA08B045-3723-4FDC-9F04-993BCA8A7E60}" dt="2026-10-07T02:51:07.920" v="3302" actId="1076"/>
          <ac:picMkLst>
            <pc:docMk/>
            <pc:sldMk cId="719466818" sldId="285"/>
            <ac:picMk id="3" creationId="{5D3F5703-C66C-0610-0F7D-18DB723632E3}"/>
          </ac:picMkLst>
        </pc:picChg>
        <pc:cxnChg chg="add mod">
          <ac:chgData name="gerardo santizo" userId="45bfa019510e82aa" providerId="LiveId" clId="{DA08B045-3723-4FDC-9F04-993BCA8A7E60}" dt="2026-10-08T04:33:11.765" v="4378" actId="1076"/>
          <ac:cxnSpMkLst>
            <pc:docMk/>
            <pc:sldMk cId="719466818" sldId="285"/>
            <ac:cxnSpMk id="2" creationId="{D38A557E-6BC4-9250-C36A-40776D8980B2}"/>
          </ac:cxnSpMkLst>
        </pc:cxnChg>
        <pc:cxnChg chg="add mod">
          <ac:chgData name="gerardo santizo" userId="45bfa019510e82aa" providerId="LiveId" clId="{DA08B045-3723-4FDC-9F04-993BCA8A7E60}" dt="2026-10-08T04:33:36.195" v="4381" actId="14100"/>
          <ac:cxnSpMkLst>
            <pc:docMk/>
            <pc:sldMk cId="719466818" sldId="285"/>
            <ac:cxnSpMk id="7" creationId="{E2967FD7-0D75-B6C7-2FB8-9DB43F0B7637}"/>
          </ac:cxnSpMkLst>
        </pc:cxnChg>
      </pc:sldChg>
      <pc:sldChg chg="addSp modSp new mod">
        <pc:chgData name="gerardo santizo" userId="45bfa019510e82aa" providerId="LiveId" clId="{DA08B045-3723-4FDC-9F04-993BCA8A7E60}" dt="2026-10-08T04:37:04.083" v="4621" actId="20577"/>
        <pc:sldMkLst>
          <pc:docMk/>
          <pc:sldMk cId="3642311993" sldId="286"/>
        </pc:sldMkLst>
        <pc:spChg chg="add mod">
          <ac:chgData name="gerardo santizo" userId="45bfa019510e82aa" providerId="LiveId" clId="{DA08B045-3723-4FDC-9F04-993BCA8A7E60}" dt="2026-10-08T04:35:12.888" v="4530" actId="20577"/>
          <ac:spMkLst>
            <pc:docMk/>
            <pc:sldMk cId="3642311993" sldId="286"/>
            <ac:spMk id="5" creationId="{047E31EE-B596-7FD4-1687-F3BDCE51903C}"/>
          </ac:spMkLst>
        </pc:spChg>
        <pc:spChg chg="add mod">
          <ac:chgData name="gerardo santizo" userId="45bfa019510e82aa" providerId="LiveId" clId="{DA08B045-3723-4FDC-9F04-993BCA8A7E60}" dt="2026-10-08T04:37:04.083" v="4621" actId="20577"/>
          <ac:spMkLst>
            <pc:docMk/>
            <pc:sldMk cId="3642311993" sldId="286"/>
            <ac:spMk id="8" creationId="{BE6A1471-18FF-904C-27F9-81B9C70DDB2B}"/>
          </ac:spMkLst>
        </pc:spChg>
        <pc:picChg chg="add mod">
          <ac:chgData name="gerardo santizo" userId="45bfa019510e82aa" providerId="LiveId" clId="{DA08B045-3723-4FDC-9F04-993BCA8A7E60}" dt="2026-10-07T02:51:20.387" v="3305" actId="1076"/>
          <ac:picMkLst>
            <pc:docMk/>
            <pc:sldMk cId="3642311993" sldId="286"/>
            <ac:picMk id="3" creationId="{B436596B-059F-7149-A1DA-8BAA122CB537}"/>
          </ac:picMkLst>
        </pc:picChg>
        <pc:cxnChg chg="add mod">
          <ac:chgData name="gerardo santizo" userId="45bfa019510e82aa" providerId="LiveId" clId="{DA08B045-3723-4FDC-9F04-993BCA8A7E60}" dt="2026-10-08T04:35:19.530" v="4531" actId="1076"/>
          <ac:cxnSpMkLst>
            <pc:docMk/>
            <pc:sldMk cId="3642311993" sldId="286"/>
            <ac:cxnSpMk id="2" creationId="{BB0CCD79-1C7A-3BF3-8A25-4D09C92C2584}"/>
          </ac:cxnSpMkLst>
        </pc:cxnChg>
        <pc:cxnChg chg="add mod">
          <ac:chgData name="gerardo santizo" userId="45bfa019510e82aa" providerId="LiveId" clId="{DA08B045-3723-4FDC-9F04-993BCA8A7E60}" dt="2026-10-08T04:36:31.170" v="4593" actId="1076"/>
          <ac:cxnSpMkLst>
            <pc:docMk/>
            <pc:sldMk cId="3642311993" sldId="286"/>
            <ac:cxnSpMk id="6" creationId="{9539D63E-D30A-5FED-EE91-F45C131A0EE3}"/>
          </ac:cxnSpMkLst>
        </pc:cxnChg>
      </pc:sldChg>
      <pc:sldChg chg="addSp modSp new mod">
        <pc:chgData name="gerardo santizo" userId="45bfa019510e82aa" providerId="LiveId" clId="{DA08B045-3723-4FDC-9F04-993BCA8A7E60}" dt="2026-10-09T00:08:47.961" v="8777" actId="403"/>
        <pc:sldMkLst>
          <pc:docMk/>
          <pc:sldMk cId="3806527379" sldId="287"/>
        </pc:sldMkLst>
        <pc:spChg chg="add mod">
          <ac:chgData name="gerardo santizo" userId="45bfa019510e82aa" providerId="LiveId" clId="{DA08B045-3723-4FDC-9F04-993BCA8A7E60}" dt="2026-10-09T00:08:47.961" v="8777" actId="403"/>
          <ac:spMkLst>
            <pc:docMk/>
            <pc:sldMk cId="3806527379" sldId="287"/>
            <ac:spMk id="5" creationId="{796D1C9B-FC59-7AC1-1FFD-4A89BB2F5CBE}"/>
          </ac:spMkLst>
        </pc:spChg>
        <pc:spChg chg="add mod">
          <ac:chgData name="gerardo santizo" userId="45bfa019510e82aa" providerId="LiveId" clId="{DA08B045-3723-4FDC-9F04-993BCA8A7E60}" dt="2026-10-09T00:08:43.457" v="8776" actId="403"/>
          <ac:spMkLst>
            <pc:docMk/>
            <pc:sldMk cId="3806527379" sldId="287"/>
            <ac:spMk id="7" creationId="{B2323032-EC9D-0B1A-A17F-0C4817CE24BF}"/>
          </ac:spMkLst>
        </pc:spChg>
        <pc:picChg chg="add mod">
          <ac:chgData name="gerardo santizo" userId="45bfa019510e82aa" providerId="LiveId" clId="{DA08B045-3723-4FDC-9F04-993BCA8A7E60}" dt="2026-10-07T02:51:34.262" v="3309" actId="1076"/>
          <ac:picMkLst>
            <pc:docMk/>
            <pc:sldMk cId="3806527379" sldId="287"/>
            <ac:picMk id="3" creationId="{1B19EE8B-01B1-9CB8-2D7B-EE4876CAB31E}"/>
          </ac:picMkLst>
        </pc:picChg>
        <pc:cxnChg chg="add mod">
          <ac:chgData name="gerardo santizo" userId="45bfa019510e82aa" providerId="LiveId" clId="{DA08B045-3723-4FDC-9F04-993BCA8A7E60}" dt="2026-10-08T13:16:45.704" v="7113" actId="14100"/>
          <ac:cxnSpMkLst>
            <pc:docMk/>
            <pc:sldMk cId="3806527379" sldId="287"/>
            <ac:cxnSpMk id="2" creationId="{E32F1D85-2056-E5DA-8B27-DD06097397BE}"/>
          </ac:cxnSpMkLst>
        </pc:cxnChg>
        <pc:cxnChg chg="add mod">
          <ac:chgData name="gerardo santizo" userId="45bfa019510e82aa" providerId="LiveId" clId="{DA08B045-3723-4FDC-9F04-993BCA8A7E60}" dt="2026-10-08T13:19:22.311" v="7163" actId="1076"/>
          <ac:cxnSpMkLst>
            <pc:docMk/>
            <pc:sldMk cId="3806527379" sldId="287"/>
            <ac:cxnSpMk id="6" creationId="{4A6380C5-EFCE-3613-10FB-7BC697E19C04}"/>
          </ac:cxnSpMkLst>
        </pc:cxnChg>
      </pc:sldChg>
      <pc:sldChg chg="addSp modSp new mod">
        <pc:chgData name="gerardo santizo" userId="45bfa019510e82aa" providerId="LiveId" clId="{DA08B045-3723-4FDC-9F04-993BCA8A7E60}" dt="2026-10-08T13:31:45.888" v="7494" actId="5793"/>
        <pc:sldMkLst>
          <pc:docMk/>
          <pc:sldMk cId="522267246" sldId="288"/>
        </pc:sldMkLst>
        <pc:spChg chg="add mod">
          <ac:chgData name="gerardo santizo" userId="45bfa019510e82aa" providerId="LiveId" clId="{DA08B045-3723-4FDC-9F04-993BCA8A7E60}" dt="2026-10-08T13:26:21.811" v="7405" actId="5793"/>
          <ac:spMkLst>
            <pc:docMk/>
            <pc:sldMk cId="522267246" sldId="288"/>
            <ac:spMk id="4" creationId="{351DCF0D-00F4-4C14-AF24-4E2A333C4B74}"/>
          </ac:spMkLst>
        </pc:spChg>
        <pc:spChg chg="add mod">
          <ac:chgData name="gerardo santizo" userId="45bfa019510e82aa" providerId="LiveId" clId="{DA08B045-3723-4FDC-9F04-993BCA8A7E60}" dt="2026-10-08T13:31:45.888" v="7494" actId="5793"/>
          <ac:spMkLst>
            <pc:docMk/>
            <pc:sldMk cId="522267246" sldId="288"/>
            <ac:spMk id="7" creationId="{28A2F1BC-0DCB-04BC-69CA-D2DCCDDE4559}"/>
          </ac:spMkLst>
        </pc:spChg>
        <pc:picChg chg="add mod">
          <ac:chgData name="gerardo santizo" userId="45bfa019510e82aa" providerId="LiveId" clId="{DA08B045-3723-4FDC-9F04-993BCA8A7E60}" dt="2026-10-07T02:51:47.519" v="3312" actId="1076"/>
          <ac:picMkLst>
            <pc:docMk/>
            <pc:sldMk cId="522267246" sldId="288"/>
            <ac:picMk id="3" creationId="{FF6D8AC9-6051-73C3-CA2E-E68E482FF54A}"/>
          </ac:picMkLst>
        </pc:picChg>
        <pc:cxnChg chg="add mod">
          <ac:chgData name="gerardo santizo" userId="45bfa019510e82aa" providerId="LiveId" clId="{DA08B045-3723-4FDC-9F04-993BCA8A7E60}" dt="2026-10-08T13:24:41.925" v="7322" actId="1076"/>
          <ac:cxnSpMkLst>
            <pc:docMk/>
            <pc:sldMk cId="522267246" sldId="288"/>
            <ac:cxnSpMk id="2" creationId="{9033CCEC-71BC-DBB6-E2D6-95CB5B482B3E}"/>
          </ac:cxnSpMkLst>
        </pc:cxnChg>
        <pc:cxnChg chg="add mod">
          <ac:chgData name="gerardo santizo" userId="45bfa019510e82aa" providerId="LiveId" clId="{DA08B045-3723-4FDC-9F04-993BCA8A7E60}" dt="2026-10-08T13:27:04.821" v="7408" actId="14100"/>
          <ac:cxnSpMkLst>
            <pc:docMk/>
            <pc:sldMk cId="522267246" sldId="288"/>
            <ac:cxnSpMk id="5" creationId="{0908A615-D3E4-CDD0-1A37-21D08C6B1ACC}"/>
          </ac:cxnSpMkLst>
        </pc:cxnChg>
      </pc:sldChg>
      <pc:sldChg chg="addSp modSp new mod">
        <pc:chgData name="gerardo santizo" userId="45bfa019510e82aa" providerId="LiveId" clId="{DA08B045-3723-4FDC-9F04-993BCA8A7E60}" dt="2026-10-08T13:37:29.326" v="7678" actId="313"/>
        <pc:sldMkLst>
          <pc:docMk/>
          <pc:sldMk cId="3007529722" sldId="289"/>
        </pc:sldMkLst>
        <pc:spChg chg="add mod">
          <ac:chgData name="gerardo santizo" userId="45bfa019510e82aa" providerId="LiveId" clId="{DA08B045-3723-4FDC-9F04-993BCA8A7E60}" dt="2026-10-08T13:36:05.255" v="7571" actId="20577"/>
          <ac:spMkLst>
            <pc:docMk/>
            <pc:sldMk cId="3007529722" sldId="289"/>
            <ac:spMk id="5" creationId="{8178EE9B-7A11-B381-1537-A8E2F4C0ECCC}"/>
          </ac:spMkLst>
        </pc:spChg>
        <pc:spChg chg="add mod">
          <ac:chgData name="gerardo santizo" userId="45bfa019510e82aa" providerId="LiveId" clId="{DA08B045-3723-4FDC-9F04-993BCA8A7E60}" dt="2026-10-08T13:37:29.326" v="7678" actId="313"/>
          <ac:spMkLst>
            <pc:docMk/>
            <pc:sldMk cId="3007529722" sldId="289"/>
            <ac:spMk id="7" creationId="{A52FA8A8-E7F7-82D3-3F8B-6A608690713A}"/>
          </ac:spMkLst>
        </pc:spChg>
        <pc:picChg chg="add mod">
          <ac:chgData name="gerardo santizo" userId="45bfa019510e82aa" providerId="LiveId" clId="{DA08B045-3723-4FDC-9F04-993BCA8A7E60}" dt="2026-10-07T02:52:18.716" v="3315" actId="1076"/>
          <ac:picMkLst>
            <pc:docMk/>
            <pc:sldMk cId="3007529722" sldId="289"/>
            <ac:picMk id="3" creationId="{F799B941-0116-2FE2-917D-91B370911219}"/>
          </ac:picMkLst>
        </pc:picChg>
        <pc:cxnChg chg="add mod">
          <ac:chgData name="gerardo santizo" userId="45bfa019510e82aa" providerId="LiveId" clId="{DA08B045-3723-4FDC-9F04-993BCA8A7E60}" dt="2026-10-08T13:34:05.817" v="7499" actId="1076"/>
          <ac:cxnSpMkLst>
            <pc:docMk/>
            <pc:sldMk cId="3007529722" sldId="289"/>
            <ac:cxnSpMk id="2" creationId="{5425B84A-987C-D997-F110-4BCDBFDD7169}"/>
          </ac:cxnSpMkLst>
        </pc:cxnChg>
        <pc:cxnChg chg="add mod">
          <ac:chgData name="gerardo santizo" userId="45bfa019510e82aa" providerId="LiveId" clId="{DA08B045-3723-4FDC-9F04-993BCA8A7E60}" dt="2026-10-08T13:35:27.346" v="7549" actId="1076"/>
          <ac:cxnSpMkLst>
            <pc:docMk/>
            <pc:sldMk cId="3007529722" sldId="289"/>
            <ac:cxnSpMk id="6" creationId="{0C437155-3825-F22E-4664-B52B56410FE6}"/>
          </ac:cxnSpMkLst>
        </pc:cxnChg>
      </pc:sldChg>
      <pc:sldChg chg="addSp modSp new mod">
        <pc:chgData name="gerardo santizo" userId="45bfa019510e82aa" providerId="LiveId" clId="{DA08B045-3723-4FDC-9F04-993BCA8A7E60}" dt="2026-10-08T13:41:53.023" v="7874" actId="404"/>
        <pc:sldMkLst>
          <pc:docMk/>
          <pc:sldMk cId="4256561187" sldId="290"/>
        </pc:sldMkLst>
        <pc:spChg chg="add mod">
          <ac:chgData name="gerardo santizo" userId="45bfa019510e82aa" providerId="LiveId" clId="{DA08B045-3723-4FDC-9F04-993BCA8A7E60}" dt="2026-10-08T13:41:30.861" v="7850" actId="20577"/>
          <ac:spMkLst>
            <pc:docMk/>
            <pc:sldMk cId="4256561187" sldId="290"/>
            <ac:spMk id="5" creationId="{46763E3C-6BD1-3C4D-2214-2935F876BC37}"/>
          </ac:spMkLst>
        </pc:spChg>
        <pc:spChg chg="add mod">
          <ac:chgData name="gerardo santizo" userId="45bfa019510e82aa" providerId="LiveId" clId="{DA08B045-3723-4FDC-9F04-993BCA8A7E60}" dt="2026-10-08T13:41:53.023" v="7874" actId="404"/>
          <ac:spMkLst>
            <pc:docMk/>
            <pc:sldMk cId="4256561187" sldId="290"/>
            <ac:spMk id="10" creationId="{DC1694F3-A2B6-EFB4-89BC-31B181F18ECB}"/>
          </ac:spMkLst>
        </pc:spChg>
        <pc:picChg chg="add mod">
          <ac:chgData name="gerardo santizo" userId="45bfa019510e82aa" providerId="LiveId" clId="{DA08B045-3723-4FDC-9F04-993BCA8A7E60}" dt="2026-10-07T02:52:55.110" v="3318" actId="1076"/>
          <ac:picMkLst>
            <pc:docMk/>
            <pc:sldMk cId="4256561187" sldId="290"/>
            <ac:picMk id="3" creationId="{32A57F57-A9CB-8417-6321-A00C2EB63D45}"/>
          </ac:picMkLst>
        </pc:picChg>
        <pc:cxnChg chg="add mod">
          <ac:chgData name="gerardo santizo" userId="45bfa019510e82aa" providerId="LiveId" clId="{DA08B045-3723-4FDC-9F04-993BCA8A7E60}" dt="2026-10-08T13:38:38.131" v="7683" actId="1076"/>
          <ac:cxnSpMkLst>
            <pc:docMk/>
            <pc:sldMk cId="4256561187" sldId="290"/>
            <ac:cxnSpMk id="2" creationId="{1C941B9A-2167-39E2-4E53-5FF9B52AD468}"/>
          </ac:cxnSpMkLst>
        </pc:cxnChg>
        <pc:cxnChg chg="add mod">
          <ac:chgData name="gerardo santizo" userId="45bfa019510e82aa" providerId="LiveId" clId="{DA08B045-3723-4FDC-9F04-993BCA8A7E60}" dt="2026-10-08T13:41:38.642" v="7851" actId="14100"/>
          <ac:cxnSpMkLst>
            <pc:docMk/>
            <pc:sldMk cId="4256561187" sldId="290"/>
            <ac:cxnSpMk id="6" creationId="{8B525337-A48B-487A-A623-1184D26DA4E0}"/>
          </ac:cxnSpMkLst>
        </pc:cxnChg>
      </pc:sldChg>
      <pc:sldChg chg="addSp modSp new mod">
        <pc:chgData name="gerardo santizo" userId="45bfa019510e82aa" providerId="LiveId" clId="{DA08B045-3723-4FDC-9F04-993BCA8A7E60}" dt="2026-10-08T13:44:12.611" v="8042" actId="20577"/>
        <pc:sldMkLst>
          <pc:docMk/>
          <pc:sldMk cId="1355207493" sldId="291"/>
        </pc:sldMkLst>
        <pc:spChg chg="add mod">
          <ac:chgData name="gerardo santizo" userId="45bfa019510e82aa" providerId="LiveId" clId="{DA08B045-3723-4FDC-9F04-993BCA8A7E60}" dt="2026-10-08T13:44:12.611" v="8042" actId="20577"/>
          <ac:spMkLst>
            <pc:docMk/>
            <pc:sldMk cId="1355207493" sldId="291"/>
            <ac:spMk id="5" creationId="{DD3713E9-CC40-1224-74AD-1000E9831765}"/>
          </ac:spMkLst>
        </pc:spChg>
        <pc:picChg chg="add mod">
          <ac:chgData name="gerardo santizo" userId="45bfa019510e82aa" providerId="LiveId" clId="{DA08B045-3723-4FDC-9F04-993BCA8A7E60}" dt="2026-10-07T02:53:12.531" v="3321" actId="1076"/>
          <ac:picMkLst>
            <pc:docMk/>
            <pc:sldMk cId="1355207493" sldId="291"/>
            <ac:picMk id="3" creationId="{6661C18D-022F-FC94-2F52-9372E2620543}"/>
          </ac:picMkLst>
        </pc:picChg>
        <pc:cxnChg chg="add mod">
          <ac:chgData name="gerardo santizo" userId="45bfa019510e82aa" providerId="LiveId" clId="{DA08B045-3723-4FDC-9F04-993BCA8A7E60}" dt="2026-10-08T13:42:09.277" v="7877" actId="14100"/>
          <ac:cxnSpMkLst>
            <pc:docMk/>
            <pc:sldMk cId="1355207493" sldId="291"/>
            <ac:cxnSpMk id="2" creationId="{A8FC4CE3-315B-08D7-3E87-4EBB7E31E244}"/>
          </ac:cxnSpMkLst>
        </pc:cxnChg>
      </pc:sldChg>
      <pc:sldChg chg="addSp modSp new mod">
        <pc:chgData name="gerardo santizo" userId="45bfa019510e82aa" providerId="LiveId" clId="{DA08B045-3723-4FDC-9F04-993BCA8A7E60}" dt="2026-10-08T13:47:01.216" v="8150" actId="20577"/>
        <pc:sldMkLst>
          <pc:docMk/>
          <pc:sldMk cId="178695534" sldId="292"/>
        </pc:sldMkLst>
        <pc:spChg chg="add mod">
          <ac:chgData name="gerardo santizo" userId="45bfa019510e82aa" providerId="LiveId" clId="{DA08B045-3723-4FDC-9F04-993BCA8A7E60}" dt="2026-10-08T13:47:01.216" v="8150" actId="20577"/>
          <ac:spMkLst>
            <pc:docMk/>
            <pc:sldMk cId="178695534" sldId="292"/>
            <ac:spMk id="5" creationId="{7BCD8E32-9C0B-6A6A-D668-04BC12484634}"/>
          </ac:spMkLst>
        </pc:spChg>
        <pc:picChg chg="add mod">
          <ac:chgData name="gerardo santizo" userId="45bfa019510e82aa" providerId="LiveId" clId="{DA08B045-3723-4FDC-9F04-993BCA8A7E60}" dt="2026-10-07T02:53:29.420" v="3324" actId="1076"/>
          <ac:picMkLst>
            <pc:docMk/>
            <pc:sldMk cId="178695534" sldId="292"/>
            <ac:picMk id="3" creationId="{83E51492-B5BD-6F34-81C9-D1DD10494A39}"/>
          </ac:picMkLst>
        </pc:picChg>
        <pc:cxnChg chg="add mod">
          <ac:chgData name="gerardo santizo" userId="45bfa019510e82aa" providerId="LiveId" clId="{DA08B045-3723-4FDC-9F04-993BCA8A7E60}" dt="2026-10-08T13:44:46.730" v="8045" actId="14100"/>
          <ac:cxnSpMkLst>
            <pc:docMk/>
            <pc:sldMk cId="178695534" sldId="292"/>
            <ac:cxnSpMk id="2" creationId="{47010DF7-315F-B870-DF59-4EE3A5BD6E5C}"/>
          </ac:cxnSpMkLst>
        </pc:cxnChg>
      </pc:sldChg>
      <pc:sldChg chg="addSp modSp new mod">
        <pc:chgData name="gerardo santizo" userId="45bfa019510e82aa" providerId="LiveId" clId="{DA08B045-3723-4FDC-9F04-993BCA8A7E60}" dt="2026-10-08T13:50:02.484" v="8281" actId="14100"/>
        <pc:sldMkLst>
          <pc:docMk/>
          <pc:sldMk cId="817421586" sldId="293"/>
        </pc:sldMkLst>
        <pc:spChg chg="add mod">
          <ac:chgData name="gerardo santizo" userId="45bfa019510e82aa" providerId="LiveId" clId="{DA08B045-3723-4FDC-9F04-993BCA8A7E60}" dt="2026-10-08T13:48:50.850" v="8280" actId="404"/>
          <ac:spMkLst>
            <pc:docMk/>
            <pc:sldMk cId="817421586" sldId="293"/>
            <ac:spMk id="5" creationId="{E4C46E5D-A2FC-4CD0-63C8-D9505152C205}"/>
          </ac:spMkLst>
        </pc:spChg>
        <pc:picChg chg="add mod">
          <ac:chgData name="gerardo santizo" userId="45bfa019510e82aa" providerId="LiveId" clId="{DA08B045-3723-4FDC-9F04-993BCA8A7E60}" dt="2026-10-07T02:53:44.937" v="3327" actId="1076"/>
          <ac:picMkLst>
            <pc:docMk/>
            <pc:sldMk cId="817421586" sldId="293"/>
            <ac:picMk id="3" creationId="{7CCF84C0-61D6-3566-3565-170654CEE9F7}"/>
          </ac:picMkLst>
        </pc:picChg>
        <pc:cxnChg chg="add mod">
          <ac:chgData name="gerardo santizo" userId="45bfa019510e82aa" providerId="LiveId" clId="{DA08B045-3723-4FDC-9F04-993BCA8A7E60}" dt="2026-10-08T13:50:02.484" v="8281" actId="14100"/>
          <ac:cxnSpMkLst>
            <pc:docMk/>
            <pc:sldMk cId="817421586" sldId="293"/>
            <ac:cxnSpMk id="2" creationId="{C8881832-CAD9-F6DB-943B-66CD9D16E416}"/>
          </ac:cxnSpMkLst>
        </pc:cxnChg>
      </pc:sldChg>
      <pc:sldChg chg="addSp modSp new mod">
        <pc:chgData name="gerardo santizo" userId="45bfa019510e82aa" providerId="LiveId" clId="{DA08B045-3723-4FDC-9F04-993BCA8A7E60}" dt="2026-10-08T13:51:20.372" v="8364" actId="1076"/>
        <pc:sldMkLst>
          <pc:docMk/>
          <pc:sldMk cId="1446744886" sldId="294"/>
        </pc:sldMkLst>
        <pc:spChg chg="add mod">
          <ac:chgData name="gerardo santizo" userId="45bfa019510e82aa" providerId="LiveId" clId="{DA08B045-3723-4FDC-9F04-993BCA8A7E60}" dt="2026-10-08T13:51:20.372" v="8364" actId="1076"/>
          <ac:spMkLst>
            <pc:docMk/>
            <pc:sldMk cId="1446744886" sldId="294"/>
            <ac:spMk id="5" creationId="{3354D91E-B492-2E6B-04F8-25AF11729AF1}"/>
          </ac:spMkLst>
        </pc:spChg>
        <pc:picChg chg="add mod">
          <ac:chgData name="gerardo santizo" userId="45bfa019510e82aa" providerId="LiveId" clId="{DA08B045-3723-4FDC-9F04-993BCA8A7E60}" dt="2026-10-07T02:54:03.259" v="3330" actId="1076"/>
          <ac:picMkLst>
            <pc:docMk/>
            <pc:sldMk cId="1446744886" sldId="294"/>
            <ac:picMk id="3" creationId="{9169922D-8D52-DBEB-79A4-022D1EEA8021}"/>
          </ac:picMkLst>
        </pc:picChg>
        <pc:cxnChg chg="add mod">
          <ac:chgData name="gerardo santizo" userId="45bfa019510e82aa" providerId="LiveId" clId="{DA08B045-3723-4FDC-9F04-993BCA8A7E60}" dt="2026-10-08T13:50:21.283" v="8284" actId="14100"/>
          <ac:cxnSpMkLst>
            <pc:docMk/>
            <pc:sldMk cId="1446744886" sldId="294"/>
            <ac:cxnSpMk id="2" creationId="{5545863D-9299-1FB0-2022-EBC13F275B86}"/>
          </ac:cxnSpMkLst>
        </pc:cxnChg>
        <pc:cxnChg chg="add mod">
          <ac:chgData name="gerardo santizo" userId="45bfa019510e82aa" providerId="LiveId" clId="{DA08B045-3723-4FDC-9F04-993BCA8A7E60}" dt="2026-10-08T13:51:11.527" v="8363" actId="14100"/>
          <ac:cxnSpMkLst>
            <pc:docMk/>
            <pc:sldMk cId="1446744886" sldId="294"/>
            <ac:cxnSpMk id="6" creationId="{F6178EBF-0494-0D57-DED5-080147D9C284}"/>
          </ac:cxnSpMkLst>
        </pc:cxnChg>
      </pc:sldChg>
      <pc:sldChg chg="addSp modSp new mod">
        <pc:chgData name="gerardo santizo" userId="45bfa019510e82aa" providerId="LiveId" clId="{DA08B045-3723-4FDC-9F04-993BCA8A7E60}" dt="2026-10-08T13:53:32.038" v="8465" actId="14100"/>
        <pc:sldMkLst>
          <pc:docMk/>
          <pc:sldMk cId="2279256129" sldId="295"/>
        </pc:sldMkLst>
        <pc:spChg chg="add mod">
          <ac:chgData name="gerardo santizo" userId="45bfa019510e82aa" providerId="LiveId" clId="{DA08B045-3723-4FDC-9F04-993BCA8A7E60}" dt="2026-10-08T13:52:27.010" v="8459" actId="20577"/>
          <ac:spMkLst>
            <pc:docMk/>
            <pc:sldMk cId="2279256129" sldId="295"/>
            <ac:spMk id="2" creationId="{3129FFC0-1611-77C6-B4DA-D7ED88194B06}"/>
          </ac:spMkLst>
        </pc:spChg>
        <pc:picChg chg="add mod">
          <ac:chgData name="gerardo santizo" userId="45bfa019510e82aa" providerId="LiveId" clId="{DA08B045-3723-4FDC-9F04-993BCA8A7E60}" dt="2026-10-07T02:54:22.038" v="3333" actId="1076"/>
          <ac:picMkLst>
            <pc:docMk/>
            <pc:sldMk cId="2279256129" sldId="295"/>
            <ac:picMk id="3" creationId="{6943130F-01A7-6CF2-8876-8C010B44CAF0}"/>
          </ac:picMkLst>
        </pc:picChg>
        <pc:cxnChg chg="add mod">
          <ac:chgData name="gerardo santizo" userId="45bfa019510e82aa" providerId="LiveId" clId="{DA08B045-3723-4FDC-9F04-993BCA8A7E60}" dt="2026-10-08T13:53:25.432" v="8462" actId="14100"/>
          <ac:cxnSpMkLst>
            <pc:docMk/>
            <pc:sldMk cId="2279256129" sldId="295"/>
            <ac:cxnSpMk id="4" creationId="{8A4BBF84-9EF0-C6AF-1B82-05E23F0271C3}"/>
          </ac:cxnSpMkLst>
        </pc:cxnChg>
        <pc:cxnChg chg="add mod">
          <ac:chgData name="gerardo santizo" userId="45bfa019510e82aa" providerId="LiveId" clId="{DA08B045-3723-4FDC-9F04-993BCA8A7E60}" dt="2026-10-08T13:53:32.038" v="8465" actId="14100"/>
          <ac:cxnSpMkLst>
            <pc:docMk/>
            <pc:sldMk cId="2279256129" sldId="295"/>
            <ac:cxnSpMk id="6" creationId="{54198EF5-2114-7BA4-DA31-135F85CDCB31}"/>
          </ac:cxnSpMkLst>
        </pc:cxnChg>
      </pc:sldChg>
      <pc:sldChg chg="addSp modSp new mod">
        <pc:chgData name="gerardo santizo" userId="45bfa019510e82aa" providerId="LiveId" clId="{DA08B045-3723-4FDC-9F04-993BCA8A7E60}" dt="2026-10-08T13:54:15.668" v="8519" actId="20577"/>
        <pc:sldMkLst>
          <pc:docMk/>
          <pc:sldMk cId="3224658483" sldId="296"/>
        </pc:sldMkLst>
        <pc:spChg chg="add mod">
          <ac:chgData name="gerardo santizo" userId="45bfa019510e82aa" providerId="LiveId" clId="{DA08B045-3723-4FDC-9F04-993BCA8A7E60}" dt="2026-10-08T13:54:15.668" v="8519" actId="20577"/>
          <ac:spMkLst>
            <pc:docMk/>
            <pc:sldMk cId="3224658483" sldId="296"/>
            <ac:spMk id="5" creationId="{36FA28D8-3900-6694-D98A-4A52E9BF0025}"/>
          </ac:spMkLst>
        </pc:spChg>
        <pc:picChg chg="add mod">
          <ac:chgData name="gerardo santizo" userId="45bfa019510e82aa" providerId="LiveId" clId="{DA08B045-3723-4FDC-9F04-993BCA8A7E60}" dt="2026-10-07T02:54:47.167" v="3336" actId="1076"/>
          <ac:picMkLst>
            <pc:docMk/>
            <pc:sldMk cId="3224658483" sldId="296"/>
            <ac:picMk id="3" creationId="{61B4767F-2D25-ECC0-5F7D-E94216BEBD1A}"/>
          </ac:picMkLst>
        </pc:picChg>
        <pc:cxnChg chg="add mod">
          <ac:chgData name="gerardo santizo" userId="45bfa019510e82aa" providerId="LiveId" clId="{DA08B045-3723-4FDC-9F04-993BCA8A7E60}" dt="2026-10-08T13:53:55.545" v="8468" actId="14100"/>
          <ac:cxnSpMkLst>
            <pc:docMk/>
            <pc:sldMk cId="3224658483" sldId="296"/>
            <ac:cxnSpMk id="2" creationId="{A63F5B40-57EB-AB0B-10DC-AF77D43A7E71}"/>
          </ac:cxnSpMkLst>
        </pc:cxnChg>
      </pc:sldChg>
      <pc:sldChg chg="addSp delSp modSp new mod">
        <pc:chgData name="gerardo santizo" userId="45bfa019510e82aa" providerId="LiveId" clId="{DA08B045-3723-4FDC-9F04-993BCA8A7E60}" dt="2026-10-08T04:41:20.456" v="4859" actId="20577"/>
        <pc:sldMkLst>
          <pc:docMk/>
          <pc:sldMk cId="2482049406" sldId="297"/>
        </pc:sldMkLst>
        <pc:spChg chg="add mod">
          <ac:chgData name="gerardo santizo" userId="45bfa019510e82aa" providerId="LiveId" clId="{DA08B045-3723-4FDC-9F04-993BCA8A7E60}" dt="2026-10-08T04:39:10.980" v="4729" actId="20577"/>
          <ac:spMkLst>
            <pc:docMk/>
            <pc:sldMk cId="2482049406" sldId="297"/>
            <ac:spMk id="5" creationId="{BC2F3A8A-8AD8-CB3F-4781-87EA11E1BF3D}"/>
          </ac:spMkLst>
        </pc:spChg>
        <pc:spChg chg="add del mod">
          <ac:chgData name="gerardo santizo" userId="45bfa019510e82aa" providerId="LiveId" clId="{DA08B045-3723-4FDC-9F04-993BCA8A7E60}" dt="2026-10-08T04:41:20.456" v="4859" actId="20577"/>
          <ac:spMkLst>
            <pc:docMk/>
            <pc:sldMk cId="2482049406" sldId="297"/>
            <ac:spMk id="8" creationId="{A6516C7E-B226-D764-003F-5B2CA260F72F}"/>
          </ac:spMkLst>
        </pc:spChg>
        <pc:picChg chg="add mod">
          <ac:chgData name="gerardo santizo" userId="45bfa019510e82aa" providerId="LiveId" clId="{DA08B045-3723-4FDC-9F04-993BCA8A7E60}" dt="2026-10-07T02:55:01.048" v="3339" actId="1076"/>
          <ac:picMkLst>
            <pc:docMk/>
            <pc:sldMk cId="2482049406" sldId="297"/>
            <ac:picMk id="3" creationId="{4DD8D47C-271D-C4BF-859A-4130EF3715B3}"/>
          </ac:picMkLst>
        </pc:picChg>
        <pc:cxnChg chg="add mod">
          <ac:chgData name="gerardo santizo" userId="45bfa019510e82aa" providerId="LiveId" clId="{DA08B045-3723-4FDC-9F04-993BCA8A7E60}" dt="2026-10-08T04:37:52.053" v="4624" actId="14100"/>
          <ac:cxnSpMkLst>
            <pc:docMk/>
            <pc:sldMk cId="2482049406" sldId="297"/>
            <ac:cxnSpMk id="2" creationId="{5C75F8BD-36B7-BC14-21DD-07299BDA52A7}"/>
          </ac:cxnSpMkLst>
        </pc:cxnChg>
        <pc:cxnChg chg="add mod">
          <ac:chgData name="gerardo santizo" userId="45bfa019510e82aa" providerId="LiveId" clId="{DA08B045-3723-4FDC-9F04-993BCA8A7E60}" dt="2026-10-08T04:39:40.671" v="4735" actId="208"/>
          <ac:cxnSpMkLst>
            <pc:docMk/>
            <pc:sldMk cId="2482049406" sldId="297"/>
            <ac:cxnSpMk id="6" creationId="{025F6ACE-3F54-55BC-259C-17669EBBEB80}"/>
          </ac:cxnSpMkLst>
        </pc:cxnChg>
      </pc:sldChg>
      <pc:sldChg chg="addSp delSp modSp new mod">
        <pc:chgData name="gerardo santizo" userId="45bfa019510e82aa" providerId="LiveId" clId="{DA08B045-3723-4FDC-9F04-993BCA8A7E60}" dt="2026-10-08T05:09:22.141" v="6480" actId="1076"/>
        <pc:sldMkLst>
          <pc:docMk/>
          <pc:sldMk cId="3804515415" sldId="298"/>
        </pc:sldMkLst>
        <pc:spChg chg="add mod">
          <ac:chgData name="gerardo santizo" userId="45bfa019510e82aa" providerId="LiveId" clId="{DA08B045-3723-4FDC-9F04-993BCA8A7E60}" dt="2026-10-08T04:50:31.409" v="5300" actId="20577"/>
          <ac:spMkLst>
            <pc:docMk/>
            <pc:sldMk cId="3804515415" sldId="298"/>
            <ac:spMk id="5" creationId="{F5F05C40-553B-DABD-135A-C1ACC37ECE06}"/>
          </ac:spMkLst>
        </pc:spChg>
        <pc:spChg chg="add mod">
          <ac:chgData name="gerardo santizo" userId="45bfa019510e82aa" providerId="LiveId" clId="{DA08B045-3723-4FDC-9F04-993BCA8A7E60}" dt="2026-10-08T04:54:22.401" v="5448" actId="20577"/>
          <ac:spMkLst>
            <pc:docMk/>
            <pc:sldMk cId="3804515415" sldId="298"/>
            <ac:spMk id="8" creationId="{E69FD950-EE09-85D8-8216-FF49A3728D2D}"/>
          </ac:spMkLst>
        </pc:spChg>
        <pc:spChg chg="add del mod">
          <ac:chgData name="gerardo santizo" userId="45bfa019510e82aa" providerId="LiveId" clId="{DA08B045-3723-4FDC-9F04-993BCA8A7E60}" dt="2026-10-08T05:01:01.001" v="5972"/>
          <ac:spMkLst>
            <pc:docMk/>
            <pc:sldMk cId="3804515415" sldId="298"/>
            <ac:spMk id="9" creationId="{E9A353FD-8D3F-567A-1D72-21B6FFED7C94}"/>
          </ac:spMkLst>
        </pc:spChg>
        <pc:spChg chg="add mod">
          <ac:chgData name="gerardo santizo" userId="45bfa019510e82aa" providerId="LiveId" clId="{DA08B045-3723-4FDC-9F04-993BCA8A7E60}" dt="2026-10-08T05:09:22.141" v="6480" actId="1076"/>
          <ac:spMkLst>
            <pc:docMk/>
            <pc:sldMk cId="3804515415" sldId="298"/>
            <ac:spMk id="10" creationId="{073281AE-EED1-AD78-6043-31FDF696285E}"/>
          </ac:spMkLst>
        </pc:spChg>
        <pc:picChg chg="add mod">
          <ac:chgData name="gerardo santizo" userId="45bfa019510e82aa" providerId="LiveId" clId="{DA08B045-3723-4FDC-9F04-993BCA8A7E60}" dt="2026-10-07T02:55:44.699" v="3342" actId="1076"/>
          <ac:picMkLst>
            <pc:docMk/>
            <pc:sldMk cId="3804515415" sldId="298"/>
            <ac:picMk id="3" creationId="{2C87CDC9-C6FC-A829-2768-27655113172D}"/>
          </ac:picMkLst>
        </pc:picChg>
        <pc:cxnChg chg="add mod">
          <ac:chgData name="gerardo santizo" userId="45bfa019510e82aa" providerId="LiveId" clId="{DA08B045-3723-4FDC-9F04-993BCA8A7E60}" dt="2026-10-08T04:49:33.361" v="5207" actId="1076"/>
          <ac:cxnSpMkLst>
            <pc:docMk/>
            <pc:sldMk cId="3804515415" sldId="298"/>
            <ac:cxnSpMk id="2" creationId="{E928AE78-AF9B-C4AF-7CA8-FA5A6FA5E66F}"/>
          </ac:cxnSpMkLst>
        </pc:cxnChg>
        <pc:cxnChg chg="add mod">
          <ac:chgData name="gerardo santizo" userId="45bfa019510e82aa" providerId="LiveId" clId="{DA08B045-3723-4FDC-9F04-993BCA8A7E60}" dt="2026-10-08T04:50:51.073" v="5303" actId="14100"/>
          <ac:cxnSpMkLst>
            <pc:docMk/>
            <pc:sldMk cId="3804515415" sldId="298"/>
            <ac:cxnSpMk id="6" creationId="{61FB4ACD-7C7D-CB03-CE92-3453D7E5AF5B}"/>
          </ac:cxnSpMkLst>
        </pc:cxnChg>
      </pc:sldChg>
      <pc:sldChg chg="addSp modSp new mod">
        <pc:chgData name="gerardo santizo" userId="45bfa019510e82aa" providerId="LiveId" clId="{DA08B045-3723-4FDC-9F04-993BCA8A7E60}" dt="2026-10-08T04:58:19.717" v="5807" actId="313"/>
        <pc:sldMkLst>
          <pc:docMk/>
          <pc:sldMk cId="224933238" sldId="299"/>
        </pc:sldMkLst>
        <pc:spChg chg="add mod">
          <ac:chgData name="gerardo santizo" userId="45bfa019510e82aa" providerId="LiveId" clId="{DA08B045-3723-4FDC-9F04-993BCA8A7E60}" dt="2026-10-08T04:58:19.717" v="5807" actId="313"/>
          <ac:spMkLst>
            <pc:docMk/>
            <pc:sldMk cId="224933238" sldId="299"/>
            <ac:spMk id="4" creationId="{EF2115B4-690B-49E4-5149-C25CB50E1940}"/>
          </ac:spMkLst>
        </pc:spChg>
        <pc:picChg chg="add mod">
          <ac:chgData name="gerardo santizo" userId="45bfa019510e82aa" providerId="LiveId" clId="{DA08B045-3723-4FDC-9F04-993BCA8A7E60}" dt="2026-10-07T02:55:55.993" v="3345" actId="1076"/>
          <ac:picMkLst>
            <pc:docMk/>
            <pc:sldMk cId="224933238" sldId="299"/>
            <ac:picMk id="3" creationId="{849B7C0E-0ADC-C4E8-2E25-93EF482DBD78}"/>
          </ac:picMkLst>
        </pc:picChg>
        <pc:cxnChg chg="add mod">
          <ac:chgData name="gerardo santizo" userId="45bfa019510e82aa" providerId="LiveId" clId="{DA08B045-3723-4FDC-9F04-993BCA8A7E60}" dt="2026-10-08T04:57:27.666" v="5750" actId="208"/>
          <ac:cxnSpMkLst>
            <pc:docMk/>
            <pc:sldMk cId="224933238" sldId="299"/>
            <ac:cxnSpMk id="2" creationId="{D8976AB1-78AF-E026-E21A-B2C9FD059829}"/>
          </ac:cxnSpMkLst>
        </pc:cxnChg>
      </pc:sldChg>
      <pc:sldChg chg="addSp modSp new mod">
        <pc:chgData name="gerardo santizo" userId="45bfa019510e82aa" providerId="LiveId" clId="{DA08B045-3723-4FDC-9F04-993BCA8A7E60}" dt="2026-10-08T13:23:30.266" v="7320" actId="20577"/>
        <pc:sldMkLst>
          <pc:docMk/>
          <pc:sldMk cId="3041741279" sldId="300"/>
        </pc:sldMkLst>
        <pc:spChg chg="add mod">
          <ac:chgData name="gerardo santizo" userId="45bfa019510e82aa" providerId="LiveId" clId="{DA08B045-3723-4FDC-9F04-993BCA8A7E60}" dt="2026-10-08T13:21:02.914" v="7269" actId="20577"/>
          <ac:spMkLst>
            <pc:docMk/>
            <pc:sldMk cId="3041741279" sldId="300"/>
            <ac:spMk id="4" creationId="{30980AA5-ADF0-ADF8-035F-63D7E8720ADE}"/>
          </ac:spMkLst>
        </pc:spChg>
        <pc:spChg chg="add mod">
          <ac:chgData name="gerardo santizo" userId="45bfa019510e82aa" providerId="LiveId" clId="{DA08B045-3723-4FDC-9F04-993BCA8A7E60}" dt="2026-10-08T13:23:30.266" v="7320" actId="20577"/>
          <ac:spMkLst>
            <pc:docMk/>
            <pc:sldMk cId="3041741279" sldId="300"/>
            <ac:spMk id="9" creationId="{69C91961-EA07-FDA8-BD78-31189BD154C7}"/>
          </ac:spMkLst>
        </pc:spChg>
        <pc:picChg chg="add mod">
          <ac:chgData name="gerardo santizo" userId="45bfa019510e82aa" providerId="LiveId" clId="{DA08B045-3723-4FDC-9F04-993BCA8A7E60}" dt="2026-10-07T02:56:09.738" v="3348" actId="1076"/>
          <ac:picMkLst>
            <pc:docMk/>
            <pc:sldMk cId="3041741279" sldId="300"/>
            <ac:picMk id="3" creationId="{A73DAFB5-13FB-8ECD-0B73-236C41F40071}"/>
          </ac:picMkLst>
        </pc:picChg>
        <pc:cxnChg chg="add mod">
          <ac:chgData name="gerardo santizo" userId="45bfa019510e82aa" providerId="LiveId" clId="{DA08B045-3723-4FDC-9F04-993BCA8A7E60}" dt="2026-10-08T04:58:34.470" v="5809" actId="1076"/>
          <ac:cxnSpMkLst>
            <pc:docMk/>
            <pc:sldMk cId="3041741279" sldId="300"/>
            <ac:cxnSpMk id="2" creationId="{A2B2EB08-2A87-2D90-1EF1-4092F6C45929}"/>
          </ac:cxnSpMkLst>
        </pc:cxnChg>
        <pc:cxnChg chg="add mod">
          <ac:chgData name="gerardo santizo" userId="45bfa019510e82aa" providerId="LiveId" clId="{DA08B045-3723-4FDC-9F04-993BCA8A7E60}" dt="2026-10-08T13:22:13.994" v="7276" actId="14100"/>
          <ac:cxnSpMkLst>
            <pc:docMk/>
            <pc:sldMk cId="3041741279" sldId="300"/>
            <ac:cxnSpMk id="5" creationId="{2F87DB0B-64BE-EFDA-B1B7-055BE2FD52CF}"/>
          </ac:cxnSpMkLst>
        </pc:cxnChg>
      </pc:sldChg>
      <pc:sldChg chg="addSp modSp new mod">
        <pc:chgData name="gerardo santizo" userId="45bfa019510e82aa" providerId="LiveId" clId="{DA08B045-3723-4FDC-9F04-993BCA8A7E60}" dt="2026-10-08T05:13:13.180" v="6772" actId="20577"/>
        <pc:sldMkLst>
          <pc:docMk/>
          <pc:sldMk cId="1125848579" sldId="301"/>
        </pc:sldMkLst>
        <pc:spChg chg="add mod">
          <ac:chgData name="gerardo santizo" userId="45bfa019510e82aa" providerId="LiveId" clId="{DA08B045-3723-4FDC-9F04-993BCA8A7E60}" dt="2026-10-08T05:11:33.627" v="6609" actId="20577"/>
          <ac:spMkLst>
            <pc:docMk/>
            <pc:sldMk cId="1125848579" sldId="301"/>
            <ac:spMk id="4" creationId="{41AEADFC-5A6F-BC1E-74C7-A26A344C4F69}"/>
          </ac:spMkLst>
        </pc:spChg>
        <pc:spChg chg="add mod">
          <ac:chgData name="gerardo santizo" userId="45bfa019510e82aa" providerId="LiveId" clId="{DA08B045-3723-4FDC-9F04-993BCA8A7E60}" dt="2026-10-08T05:13:13.180" v="6772" actId="20577"/>
          <ac:spMkLst>
            <pc:docMk/>
            <pc:sldMk cId="1125848579" sldId="301"/>
            <ac:spMk id="5" creationId="{DD8E45A9-1642-E84E-9277-22CAB0EBE0B4}"/>
          </ac:spMkLst>
        </pc:spChg>
        <pc:picChg chg="add mod">
          <ac:chgData name="gerardo santizo" userId="45bfa019510e82aa" providerId="LiveId" clId="{DA08B045-3723-4FDC-9F04-993BCA8A7E60}" dt="2026-10-07T02:56:22.882" v="3352" actId="1076"/>
          <ac:picMkLst>
            <pc:docMk/>
            <pc:sldMk cId="1125848579" sldId="301"/>
            <ac:picMk id="3" creationId="{7A770538-C75F-9D5F-9EF3-D8F4CBD2BF73}"/>
          </ac:picMkLst>
        </pc:picChg>
        <pc:cxnChg chg="add mod">
          <ac:chgData name="gerardo santizo" userId="45bfa019510e82aa" providerId="LiveId" clId="{DA08B045-3723-4FDC-9F04-993BCA8A7E60}" dt="2026-10-08T05:09:41.222" v="6482" actId="1076"/>
          <ac:cxnSpMkLst>
            <pc:docMk/>
            <pc:sldMk cId="1125848579" sldId="301"/>
            <ac:cxnSpMk id="2" creationId="{FD804096-858D-D1DB-9329-459B7318D9C6}"/>
          </ac:cxnSpMkLst>
        </pc:cxnChg>
      </pc:sldChg>
      <pc:sldChg chg="addSp modSp new mod">
        <pc:chgData name="gerardo santizo" userId="45bfa019510e82aa" providerId="LiveId" clId="{DA08B045-3723-4FDC-9F04-993BCA8A7E60}" dt="2026-10-09T00:05:22.535" v="8563" actId="1076"/>
        <pc:sldMkLst>
          <pc:docMk/>
          <pc:sldMk cId="551810267" sldId="302"/>
        </pc:sldMkLst>
        <pc:spChg chg="add mod">
          <ac:chgData name="gerardo santizo" userId="45bfa019510e82aa" providerId="LiveId" clId="{DA08B045-3723-4FDC-9F04-993BCA8A7E60}" dt="2026-10-09T00:05:22.535" v="8563" actId="1076"/>
          <ac:spMkLst>
            <pc:docMk/>
            <pc:sldMk cId="551810267" sldId="302"/>
            <ac:spMk id="5" creationId="{7A283355-C443-1459-8E7E-0B5DD7AEECF6}"/>
          </ac:spMkLst>
        </pc:spChg>
        <pc:picChg chg="add mod">
          <ac:chgData name="gerardo santizo" userId="45bfa019510e82aa" providerId="LiveId" clId="{DA08B045-3723-4FDC-9F04-993BCA8A7E60}" dt="2026-10-08T05:13:41.356" v="6776" actId="1076"/>
          <ac:picMkLst>
            <pc:docMk/>
            <pc:sldMk cId="551810267" sldId="302"/>
            <ac:picMk id="3" creationId="{C1160A54-F18F-5CA3-A158-9F33A6013CF6}"/>
          </ac:picMkLst>
        </pc:picChg>
        <pc:cxnChg chg="add mod">
          <ac:chgData name="gerardo santizo" userId="45bfa019510e82aa" providerId="LiveId" clId="{DA08B045-3723-4FDC-9F04-993BCA8A7E60}" dt="2026-10-08T05:13:50.640" v="6779" actId="14100"/>
          <ac:cxnSpMkLst>
            <pc:docMk/>
            <pc:sldMk cId="551810267" sldId="302"/>
            <ac:cxnSpMk id="2" creationId="{E2383E11-F9DF-9F9C-4EE2-6352C485C154}"/>
          </ac:cxnSpMkLst>
        </pc:cxnChg>
      </pc:sldChg>
      <pc:sldChg chg="addSp modSp new mod">
        <pc:chgData name="gerardo santizo" userId="45bfa019510e82aa" providerId="LiveId" clId="{DA08B045-3723-4FDC-9F04-993BCA8A7E60}" dt="2026-10-08T05:18:03.553" v="7093" actId="20577"/>
        <pc:sldMkLst>
          <pc:docMk/>
          <pc:sldMk cId="3529404597" sldId="303"/>
        </pc:sldMkLst>
        <pc:spChg chg="add mod">
          <ac:chgData name="gerardo santizo" userId="45bfa019510e82aa" providerId="LiveId" clId="{DA08B045-3723-4FDC-9F04-993BCA8A7E60}" dt="2026-10-08T05:18:03.553" v="7093" actId="20577"/>
          <ac:spMkLst>
            <pc:docMk/>
            <pc:sldMk cId="3529404597" sldId="303"/>
            <ac:spMk id="9" creationId="{5E25FAF3-A599-FBA7-DEC7-5EA7E86305F8}"/>
          </ac:spMkLst>
        </pc:spChg>
        <pc:picChg chg="add mod">
          <ac:chgData name="gerardo santizo" userId="45bfa019510e82aa" providerId="LiveId" clId="{DA08B045-3723-4FDC-9F04-993BCA8A7E60}" dt="2026-10-08T05:16:47.264" v="6995" actId="1076"/>
          <ac:picMkLst>
            <pc:docMk/>
            <pc:sldMk cId="3529404597" sldId="303"/>
            <ac:picMk id="3" creationId="{1132F37D-A6FB-6721-2683-3C3B65537C44}"/>
          </ac:picMkLst>
        </pc:picChg>
        <pc:cxnChg chg="add mod">
          <ac:chgData name="gerardo santizo" userId="45bfa019510e82aa" providerId="LiveId" clId="{DA08B045-3723-4FDC-9F04-993BCA8A7E60}" dt="2026-10-08T05:16:57.286" v="6998" actId="14100"/>
          <ac:cxnSpMkLst>
            <pc:docMk/>
            <pc:sldMk cId="3529404597" sldId="303"/>
            <ac:cxnSpMk id="2" creationId="{386794CB-8903-2B6B-C67C-14D7566B258F}"/>
          </ac:cxnSpMkLst>
        </pc:cxnChg>
        <pc:cxnChg chg="add mod">
          <ac:chgData name="gerardo santizo" userId="45bfa019510e82aa" providerId="LiveId" clId="{DA08B045-3723-4FDC-9F04-993BCA8A7E60}" dt="2026-10-08T05:17:04.193" v="7000" actId="14100"/>
          <ac:cxnSpMkLst>
            <pc:docMk/>
            <pc:sldMk cId="3529404597" sldId="303"/>
            <ac:cxnSpMk id="4" creationId="{F353A634-E1A5-72E7-664E-E07F04567393}"/>
          </ac:cxnSpMkLst>
        </pc:cxnChg>
      </pc:sldChg>
      <pc:sldChg chg="addSp modSp new mod">
        <pc:chgData name="gerardo santizo" userId="45bfa019510e82aa" providerId="LiveId" clId="{DA08B045-3723-4FDC-9F04-993BCA8A7E60}" dt="2026-10-08T04:45:12.270" v="5083" actId="5793"/>
        <pc:sldMkLst>
          <pc:docMk/>
          <pc:sldMk cId="4105640989" sldId="304"/>
        </pc:sldMkLst>
        <pc:spChg chg="add mod">
          <ac:chgData name="gerardo santizo" userId="45bfa019510e82aa" providerId="LiveId" clId="{DA08B045-3723-4FDC-9F04-993BCA8A7E60}" dt="2026-10-08T04:42:45.957" v="4924" actId="20577"/>
          <ac:spMkLst>
            <pc:docMk/>
            <pc:sldMk cId="4105640989" sldId="304"/>
            <ac:spMk id="7" creationId="{BC9BD9C2-B900-E3F3-3598-F0645B5330DF}"/>
          </ac:spMkLst>
        </pc:spChg>
        <pc:spChg chg="add mod">
          <ac:chgData name="gerardo santizo" userId="45bfa019510e82aa" providerId="LiveId" clId="{DA08B045-3723-4FDC-9F04-993BCA8A7E60}" dt="2026-10-08T04:45:12.270" v="5083" actId="5793"/>
          <ac:spMkLst>
            <pc:docMk/>
            <pc:sldMk cId="4105640989" sldId="304"/>
            <ac:spMk id="8" creationId="{4BDFF063-E1F2-5653-2C84-39A675C8A138}"/>
          </ac:spMkLst>
        </pc:spChg>
        <pc:picChg chg="add mod">
          <ac:chgData name="gerardo santizo" userId="45bfa019510e82aa" providerId="LiveId" clId="{DA08B045-3723-4FDC-9F04-993BCA8A7E60}" dt="2026-10-07T02:57:11.321" v="3361" actId="1076"/>
          <ac:picMkLst>
            <pc:docMk/>
            <pc:sldMk cId="4105640989" sldId="304"/>
            <ac:picMk id="3" creationId="{B9BC05F8-DBC4-CE4F-2F08-8CA016822490}"/>
          </ac:picMkLst>
        </pc:picChg>
        <pc:cxnChg chg="add mod">
          <ac:chgData name="gerardo santizo" userId="45bfa019510e82aa" providerId="LiveId" clId="{DA08B045-3723-4FDC-9F04-993BCA8A7E60}" dt="2026-10-08T04:42:15.581" v="4862" actId="14100"/>
          <ac:cxnSpMkLst>
            <pc:docMk/>
            <pc:sldMk cId="4105640989" sldId="304"/>
            <ac:cxnSpMk id="2" creationId="{4E1737C8-885E-2CCD-073A-6BFB664C62F2}"/>
          </ac:cxnSpMkLst>
        </pc:cxnChg>
        <pc:cxnChg chg="add mod">
          <ac:chgData name="gerardo santizo" userId="45bfa019510e82aa" providerId="LiveId" clId="{DA08B045-3723-4FDC-9F04-993BCA8A7E60}" dt="2026-10-08T04:42:24.133" v="4865" actId="1076"/>
          <ac:cxnSpMkLst>
            <pc:docMk/>
            <pc:sldMk cId="4105640989" sldId="304"/>
            <ac:cxnSpMk id="5" creationId="{5E335D22-46D2-1F7C-D0AD-DA0D8DF0BFB8}"/>
          </ac:cxnSpMkLst>
        </pc:cxnChg>
      </pc:sldChg>
      <pc:sldChg chg="addSp modSp new mod">
        <pc:chgData name="gerardo santizo" userId="45bfa019510e82aa" providerId="LiveId" clId="{DA08B045-3723-4FDC-9F04-993BCA8A7E60}" dt="2026-10-08T04:48:38.479" v="5203" actId="20577"/>
        <pc:sldMkLst>
          <pc:docMk/>
          <pc:sldMk cId="3891292472" sldId="305"/>
        </pc:sldMkLst>
        <pc:spChg chg="add mod">
          <ac:chgData name="gerardo santizo" userId="45bfa019510e82aa" providerId="LiveId" clId="{DA08B045-3723-4FDC-9F04-993BCA8A7E60}" dt="2026-10-08T04:48:38.479" v="5203" actId="20577"/>
          <ac:spMkLst>
            <pc:docMk/>
            <pc:sldMk cId="3891292472" sldId="305"/>
            <ac:spMk id="5" creationId="{79291D9B-BE57-DB45-B684-1AF71F6A738F}"/>
          </ac:spMkLst>
        </pc:spChg>
        <pc:picChg chg="add mod">
          <ac:chgData name="gerardo santizo" userId="45bfa019510e82aa" providerId="LiveId" clId="{DA08B045-3723-4FDC-9F04-993BCA8A7E60}" dt="2026-10-07T02:57:42.713" v="3368" actId="1076"/>
          <ac:picMkLst>
            <pc:docMk/>
            <pc:sldMk cId="3891292472" sldId="305"/>
            <ac:picMk id="3" creationId="{52CC9918-C847-636E-016A-738996091004}"/>
          </ac:picMkLst>
        </pc:picChg>
        <pc:cxnChg chg="add mod">
          <ac:chgData name="gerardo santizo" userId="45bfa019510e82aa" providerId="LiveId" clId="{DA08B045-3723-4FDC-9F04-993BCA8A7E60}" dt="2026-10-08T04:47:10.400" v="5085" actId="14100"/>
          <ac:cxnSpMkLst>
            <pc:docMk/>
            <pc:sldMk cId="3891292472" sldId="305"/>
            <ac:cxnSpMk id="2" creationId="{57CE5EC7-571C-4FF5-1424-52D49530C8B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68904-5E6E-2C64-EB04-8FFBF417B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14A4C2-ADA2-0D64-EA96-08363B371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E07534-2052-5342-D493-914B4AD2B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73A62C-3714-E683-F3AF-057BFA58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66F558-6F7C-50B7-CEFB-FC60DBCD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811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2351B-2504-9152-7A02-5A5B29C5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7A6EA3-D67E-4A37-7976-5896A6EE0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3D5A42-559D-99A0-7DC7-A95C4718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078FB1-6131-347F-2783-B303BA1B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3DE08-3F86-04C1-EFEF-CBC8DBBF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103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08959-88A9-D9B1-26DB-F0B5855A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BEFFA-4277-8BAD-6D02-362B64629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1BE0A0-CB1B-79C0-6141-D9E7087C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D7A6AE-000B-90B0-98B7-936418F3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A424B5-BAF5-A5DB-BEA6-DDC8B2E01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578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5F273-213F-51DF-89FE-B528124F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07442D-1E9B-C359-0CD0-58195A81E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0DE577-5031-BFDD-E2E9-EA619F27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DF05C4-84A0-DFDE-FB72-B8F11BC0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162A38-D4DE-D344-0432-D67D6FB6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067AF0-D1E2-DE8C-3B47-F74D532B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375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453D2-4437-EE04-492D-7BFE21C1D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6BF6B1-38B3-B7FC-F79F-2CB06F511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291D92-D536-E2AF-7A04-2139DA410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C7B1840-10F7-E2CD-DCC8-58A412705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B907FC-B28F-749F-51E7-AB21E3804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622EF6-6C93-E9F5-0271-29367F5D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BEB840B-607F-0263-2D8B-7566AEBE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23758C-8F90-0B2A-91EE-851A9188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191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7CE1A-CBFA-6D58-F350-1D7E4453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BB4628-73AE-D828-5CE1-4A00CB31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76A8F0-623B-73E2-643C-C3CF6369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E7EF6D-9E89-DE00-3EEC-065AAD37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605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2E684D-F063-4F93-7DF9-CA041FC8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C285E5-ECB9-06DF-1CE8-031C652E1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97F8F2-48AD-0F21-D68B-EA83677D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904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DA1DE-755D-7FF9-0726-D4EB45D39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6B3E25-A820-71BA-D643-3204F2F60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0562DB-5C87-1D8B-D850-B9AC5A18F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6094D7-C2B8-A775-D736-B5AFB9B1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EA26BF-08B2-6607-C9CA-F62CFC68A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77081C-AAF3-0C29-FB9E-3A2F2CE4F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196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8D24D-7909-0C07-E80B-0BAB0369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91D759-E662-BD66-1C0B-869CF9ED8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B533AC-94D5-C182-87AD-204402E9C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91A30B-9760-C43F-5493-460BD373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0BCDFF-DA05-DB9F-02E8-A65693D4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F5B140-C5E6-723B-20EA-220C4C34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954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7D78B-B56B-012A-1062-B1F0E5F0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59E47F-F999-9751-A90A-0049D63B3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447FF5-5B75-B5A4-F18B-3F40B92D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DCEC26-ABD9-29C6-82EA-86B7C6B8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F15DA-9A3F-7AD2-2985-4C36F2EE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6006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151550-D537-C56B-D3D0-8AFEDA362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C70FB7-FC3A-A052-CF6E-24EACF8EC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02EC3E-7B34-2DB6-9F5D-F04702DD1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FDD7D0-8B06-3EA1-BADB-153BF118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30E8BA-0D68-E898-7574-28592394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35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4D4722-24BA-D8EE-9AA6-9E1689EF9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698E48-93CB-DE20-A548-F3550FFE8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CC6BD9-6BD0-724B-994D-D20DB683A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85B77C-91B0-49FD-8C21-460E95D98439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56BFC8-0536-1642-1806-0EFCBABAC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B078FE-36BD-1345-83D8-FF1CBEE66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3DA6C-273F-48F6-B5D6-7277AD0A0D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352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0D2BEEA4-1EC8-64FF-1CA8-8B2722A6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4717" y="0"/>
            <a:ext cx="3730337" cy="2067791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112050AC-70CD-7D53-2601-4E5655F5C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66" y="1577009"/>
            <a:ext cx="11745433" cy="5280989"/>
          </a:xfrm>
        </p:spPr>
        <p:txBody>
          <a:bodyPr>
            <a:normAutofit fontScale="25000" lnSpcReduction="20000"/>
          </a:bodyPr>
          <a:lstStyle/>
          <a:p>
            <a:r>
              <a:rPr lang="es-ES" sz="11200" b="1" dirty="0"/>
              <a:t> </a:t>
            </a:r>
            <a:r>
              <a:rPr lang="es-ES" sz="9600" b="1" dirty="0">
                <a:solidFill>
                  <a:srgbClr val="00B0F0"/>
                </a:solidFill>
              </a:rPr>
              <a:t>Tecnológico Nacional de México</a:t>
            </a:r>
          </a:p>
          <a:p>
            <a:r>
              <a:rPr lang="es-ES" sz="9600" b="1" dirty="0">
                <a:solidFill>
                  <a:srgbClr val="00B0F0"/>
                </a:solidFill>
              </a:rPr>
              <a:t>   Instituto Tecnológico de Frontera Comalapa</a:t>
            </a:r>
          </a:p>
          <a:p>
            <a:endParaRPr lang="es-ES" sz="4800" dirty="0"/>
          </a:p>
          <a:p>
            <a:r>
              <a:rPr lang="es-ES" sz="7200" b="1" dirty="0">
                <a:solidFill>
                  <a:srgbClr val="00B0F0"/>
                </a:solidFill>
              </a:rPr>
              <a:t>Docente:</a:t>
            </a:r>
            <a:r>
              <a:rPr lang="es-ES" sz="7200" b="1" dirty="0"/>
              <a:t> Ing. Francisco Javier Mingo Velázquez </a:t>
            </a:r>
          </a:p>
          <a:p>
            <a:r>
              <a:rPr lang="es-ES" sz="7200" b="1" dirty="0"/>
              <a:t> </a:t>
            </a:r>
          </a:p>
          <a:p>
            <a:r>
              <a:rPr lang="es-ES" sz="7200" b="1" dirty="0">
                <a:solidFill>
                  <a:srgbClr val="00B0F0"/>
                </a:solidFill>
              </a:rPr>
              <a:t>Alumno:</a:t>
            </a:r>
            <a:r>
              <a:rPr lang="es-ES" sz="7200" b="1" dirty="0"/>
              <a:t> Gerardo Gabriel Santizo López </a:t>
            </a:r>
          </a:p>
          <a:p>
            <a:endParaRPr lang="es-ES" sz="7200" b="1" dirty="0"/>
          </a:p>
          <a:p>
            <a:r>
              <a:rPr lang="es-ES" sz="7200" b="1" dirty="0">
                <a:solidFill>
                  <a:srgbClr val="00B0F0"/>
                </a:solidFill>
              </a:rPr>
              <a:t>Materia:</a:t>
            </a:r>
            <a:r>
              <a:rPr lang="es-ES" sz="7200" b="1" dirty="0"/>
              <a:t> Estructura de Datos  </a:t>
            </a:r>
          </a:p>
          <a:p>
            <a:endParaRPr lang="es-ES" sz="7200" b="1" dirty="0"/>
          </a:p>
          <a:p>
            <a:r>
              <a:rPr lang="es-ES" sz="7200" b="1" dirty="0">
                <a:solidFill>
                  <a:srgbClr val="00B0F0"/>
                </a:solidFill>
              </a:rPr>
              <a:t>Semestre</a:t>
            </a:r>
            <a:r>
              <a:rPr lang="es-ES" sz="7200" b="1">
                <a:solidFill>
                  <a:srgbClr val="00B0F0"/>
                </a:solidFill>
              </a:rPr>
              <a:t>:</a:t>
            </a:r>
            <a:r>
              <a:rPr lang="es-ES" sz="7200" b="1"/>
              <a:t> 3er</a:t>
            </a:r>
            <a:r>
              <a:rPr lang="es-ES" sz="7200" b="1" dirty="0"/>
              <a:t>. </a:t>
            </a:r>
          </a:p>
          <a:p>
            <a:r>
              <a:rPr lang="es-ES" sz="7200" b="1" dirty="0">
                <a:solidFill>
                  <a:srgbClr val="00B0F0"/>
                </a:solidFill>
              </a:rPr>
              <a:t>Modalidad: </a:t>
            </a:r>
            <a:r>
              <a:rPr lang="es-ES" sz="7200" b="1" dirty="0"/>
              <a:t>escolarizada </a:t>
            </a:r>
          </a:p>
          <a:p>
            <a:r>
              <a:rPr lang="es-ES" sz="7200" b="1" dirty="0">
                <a:solidFill>
                  <a:srgbClr val="00B0F0"/>
                </a:solidFill>
              </a:rPr>
              <a:t>Número de control:</a:t>
            </a:r>
            <a:r>
              <a:rPr lang="es-ES" sz="7200" b="1" dirty="0"/>
              <a:t> 251260214 </a:t>
            </a:r>
          </a:p>
          <a:p>
            <a:r>
              <a:rPr lang="es-ES" sz="7200" b="1" dirty="0">
                <a:solidFill>
                  <a:srgbClr val="00B0F0"/>
                </a:solidFill>
              </a:rPr>
              <a:t>Carrera</a:t>
            </a:r>
            <a:r>
              <a:rPr lang="es-ES" sz="7200" b="1" dirty="0"/>
              <a:t>: Ing. Sistema Computacionales </a:t>
            </a:r>
          </a:p>
          <a:p>
            <a:r>
              <a:rPr lang="es-ES" sz="7200" b="1" dirty="0">
                <a:solidFill>
                  <a:srgbClr val="00B0F0"/>
                </a:solidFill>
              </a:rPr>
              <a:t>Trabajo: </a:t>
            </a:r>
            <a:r>
              <a:rPr lang="es-ES" sz="7200" b="1" dirty="0"/>
              <a:t>Reporte de </a:t>
            </a:r>
            <a:r>
              <a:rPr lang="es-MX" sz="7200" b="1" dirty="0"/>
              <a:t>Práctica </a:t>
            </a:r>
            <a:endParaRPr lang="es-ES" sz="7200" b="1" dirty="0"/>
          </a:p>
          <a:p>
            <a:endParaRPr lang="es-ES" dirty="0"/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478040CB-5F5B-6949-587E-896D2DF0E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026" y="356430"/>
            <a:ext cx="3730338" cy="1188678"/>
          </a:xfrm>
          <a:prstGeom prst="rect">
            <a:avLst/>
          </a:prstGeom>
        </p:spPr>
      </p:pic>
      <p:pic>
        <p:nvPicPr>
          <p:cNvPr id="9" name="Imagen 8" descr="Diagrama, Forma, Flecha&#10;&#10;El contenido generado por IA puede ser incorrecto.">
            <a:extLst>
              <a:ext uri="{FF2B5EF4-FFF2-40B4-BE49-F238E27FC236}">
                <a16:creationId xmlns:a16="http://schemas.microsoft.com/office/drawing/2014/main" id="{ABE8489B-4470-9E80-909E-E78823BC34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8539" y="1"/>
            <a:ext cx="3539976" cy="190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7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4E5CC8D-E22F-6E3F-A288-04E75D4F5AD8}"/>
              </a:ext>
            </a:extLst>
          </p:cNvPr>
          <p:cNvSpPr txBox="1"/>
          <p:nvPr/>
        </p:nvSpPr>
        <p:spPr>
          <a:xfrm>
            <a:off x="5146159" y="1041990"/>
            <a:ext cx="1739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/>
              <a:t>Introducción 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C7982B-AFA3-AD3B-2A33-E00BE244F828}"/>
              </a:ext>
            </a:extLst>
          </p:cNvPr>
          <p:cNvSpPr txBox="1"/>
          <p:nvPr/>
        </p:nvSpPr>
        <p:spPr>
          <a:xfrm>
            <a:off x="2946400" y="1856680"/>
            <a:ext cx="6299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Las estructuras de datos lineales constituyen el pilar fundamental en la organización y manipulación de la información dentro de la ciencia de la computación. A diferencia de las estructuras no lineales, los elementos en las estructuras lineales se disponen en una secuencia ordenada, donde cada componente se conecta de manera directa con su anterior y posterior.</a:t>
            </a:r>
          </a:p>
        </p:txBody>
      </p:sp>
    </p:spTree>
    <p:extLst>
      <p:ext uri="{BB962C8B-B14F-4D97-AF65-F5344CB8AC3E}">
        <p14:creationId xmlns:p14="http://schemas.microsoft.com/office/powerpoint/2010/main" val="226566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639E42E-2A8E-C5CA-621E-E24E51B815BC}"/>
              </a:ext>
            </a:extLst>
          </p:cNvPr>
          <p:cNvSpPr txBox="1"/>
          <p:nvPr/>
        </p:nvSpPr>
        <p:spPr>
          <a:xfrm>
            <a:off x="3047114" y="741513"/>
            <a:ext cx="6097772" cy="482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0000"/>
              </a:lnSpc>
              <a:buNone/>
            </a:pPr>
            <a:r>
              <a:rPr lang="es-ES" sz="1800" b="1" dirty="0">
                <a:effectLst/>
                <a:latin typeface="+mn-lt"/>
              </a:rPr>
              <a:t>Justificación</a:t>
            </a:r>
          </a:p>
          <a:p>
            <a:pPr marL="0" marR="0" indent="0" algn="ctr">
              <a:lnSpc>
                <a:spcPct val="100000"/>
              </a:lnSpc>
              <a:buNone/>
            </a:pPr>
            <a:endParaRPr lang="es-ES" b="1" dirty="0"/>
          </a:p>
          <a:p>
            <a:pPr marL="0" marR="0" indent="0" algn="ctr">
              <a:lnSpc>
                <a:spcPct val="100000"/>
              </a:lnSpc>
              <a:buNone/>
            </a:pPr>
            <a:endParaRPr lang="es-ES" sz="1800" b="1" dirty="0">
              <a:effectLst/>
              <a:latin typeface="+mn-lt"/>
            </a:endParaRPr>
          </a:p>
          <a:p>
            <a:pPr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El estudio y dominio de las estructuras lineales de datos se justifica por la necesidad imperativa de optimizar los recursos computacionales, especialmente el tiempo de ejecución y el uso eficiente de la memoria RAM. En la ingeniería de software moderna, seleccionar la estructura adecuada determina la eficiencia de un algoritmo.</a:t>
            </a:r>
          </a:p>
          <a:p>
            <a:pPr lvl="0" algn="just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Pilas: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Permiten resolver problemas de ámbito recursivo, evaluación de expresiones aritméticas y el control de llamadas a funciones en los sistemas operativos.</a:t>
            </a:r>
          </a:p>
          <a:p>
            <a:pPr lvl="0" algn="just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Colas: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Garantizan una administración justa de procesos concurrentes, simulaciones y el manejo de buffers de impresión o tareas en red. </a:t>
            </a:r>
          </a:p>
          <a:p>
            <a:pPr lvl="0" algn="just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Listas: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Ofrecen la flexibilidad de crecer o decrecer de manera dinámica en tiempo de ejecución, superando las limitaciones de tamaño fijo de los arreglos tradicionales</a:t>
            </a:r>
          </a:p>
          <a:p>
            <a:pPr indent="0" algn="l">
              <a:buNone/>
            </a:pPr>
            <a:endParaRPr lang="es-ES" sz="1350" b="0" i="0" dirty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21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A96198-B53D-8F5F-C8F0-17E01A302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19" y="1583258"/>
            <a:ext cx="5538381" cy="3115339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90829E7-2063-36B2-670E-503ACA3AAA76}"/>
              </a:ext>
            </a:extLst>
          </p:cNvPr>
          <p:cNvCxnSpPr>
            <a:cxnSpLocks/>
          </p:cNvCxnSpPr>
          <p:nvPr/>
        </p:nvCxnSpPr>
        <p:spPr>
          <a:xfrm flipH="1">
            <a:off x="1889760" y="2029968"/>
            <a:ext cx="4462272" cy="6049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EA77E62-F3B7-891C-9936-5516B4C1AF7B}"/>
              </a:ext>
            </a:extLst>
          </p:cNvPr>
          <p:cNvSpPr txBox="1"/>
          <p:nvPr/>
        </p:nvSpPr>
        <p:spPr>
          <a:xfrm>
            <a:off x="6547104" y="1975104"/>
            <a:ext cx="5336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/>
              <a:t>Este es el controlador de mi programa su carpeta de pilas ,</a:t>
            </a:r>
          </a:p>
          <a:p>
            <a:r>
              <a:rPr lang="es-MX" sz="1600" dirty="0"/>
              <a:t>Colas y listas </a:t>
            </a:r>
            <a:endParaRPr lang="es-ES" sz="16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B813886-D821-95E6-7A94-5A08EE472BF7}"/>
              </a:ext>
            </a:extLst>
          </p:cNvPr>
          <p:cNvCxnSpPr>
            <a:cxnSpLocks/>
          </p:cNvCxnSpPr>
          <p:nvPr/>
        </p:nvCxnSpPr>
        <p:spPr>
          <a:xfrm flipH="1" flipV="1">
            <a:off x="3220009" y="3318490"/>
            <a:ext cx="4462272" cy="6965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600A252-A020-5195-E5F3-8CB69CE53A1F}"/>
              </a:ext>
            </a:extLst>
          </p:cNvPr>
          <p:cNvSpPr txBox="1"/>
          <p:nvPr/>
        </p:nvSpPr>
        <p:spPr>
          <a:xfrm>
            <a:off x="7174992" y="4015066"/>
            <a:ext cx="5566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/>
              <a:t>Aquí adentro de la carpeta </a:t>
            </a:r>
            <a:r>
              <a:rPr lang="es-MX" sz="1600" dirty="0" err="1"/>
              <a:t>controller</a:t>
            </a:r>
            <a:r>
              <a:rPr lang="es-MX" sz="1600" dirty="0"/>
              <a:t> esta las importación de </a:t>
            </a:r>
          </a:p>
          <a:p>
            <a:r>
              <a:rPr lang="es-MX" sz="1600" dirty="0"/>
              <a:t>Alertas o de botones </a:t>
            </a:r>
            <a:r>
              <a:rPr lang="es-MX" sz="1600" dirty="0" err="1"/>
              <a:t>ect</a:t>
            </a:r>
            <a:r>
              <a:rPr lang="es-MX" sz="1600" dirty="0"/>
              <a:t>… de los </a:t>
            </a:r>
            <a:r>
              <a:rPr lang="es-MX" sz="1600" dirty="0" err="1"/>
              <a:t>codigos</a:t>
            </a:r>
            <a:endParaRPr lang="es-ES" sz="16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E366702-275B-162D-BFD4-D82628DE04D5}"/>
              </a:ext>
            </a:extLst>
          </p:cNvPr>
          <p:cNvSpPr txBox="1"/>
          <p:nvPr/>
        </p:nvSpPr>
        <p:spPr>
          <a:xfrm>
            <a:off x="2690037" y="530395"/>
            <a:ext cx="5739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Los códigos que estamos asiendo es pilas, colas y listas</a:t>
            </a:r>
          </a:p>
          <a:p>
            <a:r>
              <a:rPr lang="es-MX" dirty="0"/>
              <a:t>De estructura de datos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630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FB779E-D02B-EFE3-A0D1-810F2162D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28" y="1408814"/>
            <a:ext cx="6096000" cy="3429000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6C447B7-AADD-B458-6365-4AB9D2E53598}"/>
              </a:ext>
            </a:extLst>
          </p:cNvPr>
          <p:cNvCxnSpPr>
            <a:cxnSpLocks/>
          </p:cNvCxnSpPr>
          <p:nvPr/>
        </p:nvCxnSpPr>
        <p:spPr>
          <a:xfrm flipH="1">
            <a:off x="4061460" y="2209800"/>
            <a:ext cx="4381500" cy="981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462B408-126C-BB6B-8A8F-DF27A3004A73}"/>
              </a:ext>
            </a:extLst>
          </p:cNvPr>
          <p:cNvSpPr txBox="1"/>
          <p:nvPr/>
        </p:nvSpPr>
        <p:spPr>
          <a:xfrm>
            <a:off x="8549640" y="2055911"/>
            <a:ext cx="2807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esta las carpetas ya creadas </a:t>
            </a:r>
            <a:endParaRPr lang="es-ES" sz="1400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AE424DF-C372-9B0C-127B-AFDC9AA6D389}"/>
              </a:ext>
            </a:extLst>
          </p:cNvPr>
          <p:cNvCxnSpPr>
            <a:cxnSpLocks/>
          </p:cNvCxnSpPr>
          <p:nvPr/>
        </p:nvCxnSpPr>
        <p:spPr>
          <a:xfrm flipH="1" flipV="1">
            <a:off x="3924300" y="3572893"/>
            <a:ext cx="4152900" cy="6866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952F999-FF60-9E21-A9BE-294529084230}"/>
              </a:ext>
            </a:extLst>
          </p:cNvPr>
          <p:cNvSpPr txBox="1"/>
          <p:nvPr/>
        </p:nvSpPr>
        <p:spPr>
          <a:xfrm>
            <a:off x="8282940" y="4251960"/>
            <a:ext cx="3602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Esta el @FXML conectando y vinculando los </a:t>
            </a:r>
          </a:p>
          <a:p>
            <a:r>
              <a:rPr lang="es-MX" sz="1400" dirty="0"/>
              <a:t>Elementos visuales de una interfaz grafica  </a:t>
            </a:r>
            <a:endParaRPr lang="es-ES" sz="14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64C5412-9958-7239-E8AE-C3B987A8E2F2}"/>
              </a:ext>
            </a:extLst>
          </p:cNvPr>
          <p:cNvCxnSpPr>
            <a:cxnSpLocks/>
          </p:cNvCxnSpPr>
          <p:nvPr/>
        </p:nvCxnSpPr>
        <p:spPr>
          <a:xfrm flipH="1">
            <a:off x="2735580" y="2209800"/>
            <a:ext cx="5707380" cy="6540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78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3E0B5D-48FB-E984-8A12-D18D93F78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38" y="1695893"/>
            <a:ext cx="6974958" cy="3923414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EA9853B7-F11B-288B-3072-4B96F6828692}"/>
              </a:ext>
            </a:extLst>
          </p:cNvPr>
          <p:cNvCxnSpPr>
            <a:cxnSpLocks/>
          </p:cNvCxnSpPr>
          <p:nvPr/>
        </p:nvCxnSpPr>
        <p:spPr>
          <a:xfrm flipH="1">
            <a:off x="3634917" y="2761488"/>
            <a:ext cx="4462272" cy="60499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11C425CE-DB3C-8D58-C644-9B5CC0C32ED3}"/>
              </a:ext>
            </a:extLst>
          </p:cNvPr>
          <p:cNvSpPr txBox="1"/>
          <p:nvPr/>
        </p:nvSpPr>
        <p:spPr>
          <a:xfrm>
            <a:off x="8260080" y="2522220"/>
            <a:ext cx="4319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/>
              <a:t>Aquí sigue dando la interfaz graficas o visuales </a:t>
            </a:r>
          </a:p>
          <a:p>
            <a:r>
              <a:rPr lang="es-MX" sz="1600" dirty="0"/>
              <a:t>Un botón de programa con los demás igual </a:t>
            </a:r>
            <a:endParaRPr lang="es-ES" sz="16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00CE70C-6FAD-119E-A31F-D1278A497CDF}"/>
              </a:ext>
            </a:extLst>
          </p:cNvPr>
          <p:cNvCxnSpPr>
            <a:cxnSpLocks/>
          </p:cNvCxnSpPr>
          <p:nvPr/>
        </p:nvCxnSpPr>
        <p:spPr>
          <a:xfrm flipH="1">
            <a:off x="3413760" y="2761488"/>
            <a:ext cx="4683429" cy="110029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61CB066-25DF-7029-6463-991274C8FC86}"/>
              </a:ext>
            </a:extLst>
          </p:cNvPr>
          <p:cNvCxnSpPr>
            <a:cxnSpLocks/>
          </p:cNvCxnSpPr>
          <p:nvPr/>
        </p:nvCxnSpPr>
        <p:spPr>
          <a:xfrm flipH="1" flipV="1">
            <a:off x="3894352" y="4218661"/>
            <a:ext cx="4080067" cy="704851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43FB510-F560-3E78-8ADA-4828560BF4E5}"/>
              </a:ext>
            </a:extLst>
          </p:cNvPr>
          <p:cNvSpPr txBox="1"/>
          <p:nvPr/>
        </p:nvSpPr>
        <p:spPr>
          <a:xfrm>
            <a:off x="8005276" y="4695977"/>
            <a:ext cx="4314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Aquí ya esta los cometarios </a:t>
            </a:r>
          </a:p>
          <a:p>
            <a:r>
              <a:rPr lang="es-MX" dirty="0"/>
              <a:t>En ingles también lo que hace cada línea </a:t>
            </a:r>
          </a:p>
          <a:p>
            <a:r>
              <a:rPr lang="es-MX" dirty="0"/>
              <a:t>De código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2000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DDF1A5C-61AE-20DB-4593-274B9C542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22" y="1456661"/>
            <a:ext cx="6275571" cy="3530009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45D5DADE-8E68-5FCD-04C1-6418778ED00D}"/>
              </a:ext>
            </a:extLst>
          </p:cNvPr>
          <p:cNvCxnSpPr>
            <a:cxnSpLocks/>
          </p:cNvCxnSpPr>
          <p:nvPr/>
        </p:nvCxnSpPr>
        <p:spPr>
          <a:xfrm flipH="1" flipV="1">
            <a:off x="3276007" y="2061652"/>
            <a:ext cx="3833453" cy="29292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BD5CBC5-B750-AA3B-87FC-7705F126C953}"/>
              </a:ext>
            </a:extLst>
          </p:cNvPr>
          <p:cNvSpPr txBox="1"/>
          <p:nvPr/>
        </p:nvSpPr>
        <p:spPr>
          <a:xfrm>
            <a:off x="7254240" y="2278380"/>
            <a:ext cx="481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/>
              <a:t>Aquí estamos en la estructura de </a:t>
            </a:r>
            <a:r>
              <a:rPr lang="es-MX" sz="1600" dirty="0" err="1"/>
              <a:t>displey</a:t>
            </a:r>
            <a:r>
              <a:rPr lang="es-MX" sz="1600" dirty="0"/>
              <a:t> del panel o </a:t>
            </a:r>
          </a:p>
          <a:p>
            <a:r>
              <a:rPr lang="es-MX" sz="1600" dirty="0"/>
              <a:t>La ventana del programa </a:t>
            </a:r>
            <a:endParaRPr lang="es-ES" sz="16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4BE7064-66B9-B026-9B8F-4337E72CC00F}"/>
              </a:ext>
            </a:extLst>
          </p:cNvPr>
          <p:cNvCxnSpPr>
            <a:cxnSpLocks/>
          </p:cNvCxnSpPr>
          <p:nvPr/>
        </p:nvCxnSpPr>
        <p:spPr>
          <a:xfrm flipH="1" flipV="1">
            <a:off x="3208020" y="3524160"/>
            <a:ext cx="3901440" cy="14868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964463D-1CD3-6EA0-8798-6A13E4372867}"/>
              </a:ext>
            </a:extLst>
          </p:cNvPr>
          <p:cNvSpPr txBox="1"/>
          <p:nvPr/>
        </p:nvSpPr>
        <p:spPr>
          <a:xfrm>
            <a:off x="7254240" y="3617249"/>
            <a:ext cx="4295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/>
              <a:t>Esta dando una función al botón del programa </a:t>
            </a:r>
            <a:endParaRPr lang="es-ES" sz="1600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966ECA6-6BC8-5CF4-C2B4-2B198F78933A}"/>
              </a:ext>
            </a:extLst>
          </p:cNvPr>
          <p:cNvCxnSpPr>
            <a:cxnSpLocks/>
          </p:cNvCxnSpPr>
          <p:nvPr/>
        </p:nvCxnSpPr>
        <p:spPr>
          <a:xfrm flipH="1" flipV="1">
            <a:off x="2791968" y="4424770"/>
            <a:ext cx="4462272" cy="54035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CA4C7C-F2BB-6679-BFE0-C9DADD45CF62}"/>
              </a:ext>
            </a:extLst>
          </p:cNvPr>
          <p:cNvSpPr txBox="1"/>
          <p:nvPr/>
        </p:nvSpPr>
        <p:spPr>
          <a:xfrm>
            <a:off x="7467600" y="5013960"/>
            <a:ext cx="5337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/>
              <a:t>Estamos viendo lo elementos visuales de la estructura del </a:t>
            </a:r>
          </a:p>
          <a:p>
            <a:r>
              <a:rPr lang="es-MX" sz="1600" dirty="0" err="1"/>
              <a:t>displey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56607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3F5703-C66C-0610-0F7D-18DB72363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72" y="1156290"/>
            <a:ext cx="7697972" cy="4330109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38A557E-6BC4-9250-C36A-40776D8980B2}"/>
              </a:ext>
            </a:extLst>
          </p:cNvPr>
          <p:cNvCxnSpPr>
            <a:cxnSpLocks/>
          </p:cNvCxnSpPr>
          <p:nvPr/>
        </p:nvCxnSpPr>
        <p:spPr>
          <a:xfrm flipH="1" flipV="1">
            <a:off x="5996940" y="2735580"/>
            <a:ext cx="2697480" cy="1082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C42B09B-EA69-B784-D459-A87C12E6BA6D}"/>
              </a:ext>
            </a:extLst>
          </p:cNvPr>
          <p:cNvSpPr txBox="1"/>
          <p:nvPr/>
        </p:nvSpPr>
        <p:spPr>
          <a:xfrm>
            <a:off x="8763000" y="2735580"/>
            <a:ext cx="35636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estamos en el mismo controlador pero</a:t>
            </a:r>
          </a:p>
          <a:p>
            <a:r>
              <a:rPr lang="es-MX" sz="1400" dirty="0"/>
              <a:t>Estamos poniendo si funcionalidad de </a:t>
            </a:r>
          </a:p>
          <a:p>
            <a:r>
              <a:rPr lang="es-MX" sz="1400" dirty="0"/>
              <a:t>El </a:t>
            </a:r>
            <a:r>
              <a:rPr lang="es-MX" sz="1400" dirty="0" err="1"/>
              <a:t>displey</a:t>
            </a:r>
            <a:r>
              <a:rPr lang="es-MX" sz="1400" dirty="0"/>
              <a:t> o interfaz </a:t>
            </a:r>
            <a:endParaRPr lang="es-ES" sz="1400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2967FD7-0D75-B6C7-2FB8-9DB43F0B7637}"/>
              </a:ext>
            </a:extLst>
          </p:cNvPr>
          <p:cNvCxnSpPr>
            <a:cxnSpLocks/>
          </p:cNvCxnSpPr>
          <p:nvPr/>
        </p:nvCxnSpPr>
        <p:spPr>
          <a:xfrm flipH="1" flipV="1">
            <a:off x="4892040" y="4079235"/>
            <a:ext cx="3802380" cy="3438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DE887A23-12DA-9555-1337-0EEAFAB6CC36}"/>
              </a:ext>
            </a:extLst>
          </p:cNvPr>
          <p:cNvSpPr txBox="1"/>
          <p:nvPr/>
        </p:nvSpPr>
        <p:spPr>
          <a:xfrm>
            <a:off x="8862060" y="4343400"/>
            <a:ext cx="30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El código de los botones de cada uno </a:t>
            </a:r>
          </a:p>
          <a:p>
            <a:r>
              <a:rPr lang="es-MX" sz="1400" dirty="0"/>
              <a:t>que va ser 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719466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36596B-059F-7149-A1DA-8BAA122CB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3" y="1066578"/>
            <a:ext cx="8399721" cy="4724843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BB0CCD79-1C7A-3BF3-8A25-4D09C92C2584}"/>
              </a:ext>
            </a:extLst>
          </p:cNvPr>
          <p:cNvCxnSpPr>
            <a:cxnSpLocks/>
          </p:cNvCxnSpPr>
          <p:nvPr/>
        </p:nvCxnSpPr>
        <p:spPr>
          <a:xfrm flipH="1">
            <a:off x="5097780" y="2095500"/>
            <a:ext cx="3893820" cy="1333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047E31EE-B596-7FD4-1687-F3BDCE51903C}"/>
              </a:ext>
            </a:extLst>
          </p:cNvPr>
          <p:cNvSpPr txBox="1"/>
          <p:nvPr/>
        </p:nvSpPr>
        <p:spPr>
          <a:xfrm>
            <a:off x="9189720" y="2011680"/>
            <a:ext cx="30877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estamos dando la parte de </a:t>
            </a:r>
          </a:p>
          <a:p>
            <a:r>
              <a:rPr lang="es-MX" sz="1400" dirty="0"/>
              <a:t>Donde lo va almacenar los datos que </a:t>
            </a:r>
          </a:p>
          <a:p>
            <a:r>
              <a:rPr lang="es-MX" sz="1400" dirty="0"/>
              <a:t>Lo ingresamos </a:t>
            </a:r>
            <a:endParaRPr lang="es-ES" sz="14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539D63E-D30A-5FED-EE91-F45C131A0EE3}"/>
              </a:ext>
            </a:extLst>
          </p:cNvPr>
          <p:cNvCxnSpPr>
            <a:cxnSpLocks/>
          </p:cNvCxnSpPr>
          <p:nvPr/>
        </p:nvCxnSpPr>
        <p:spPr>
          <a:xfrm flipH="1">
            <a:off x="4936874" y="3787140"/>
            <a:ext cx="4191886" cy="281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E6A1471-18FF-904C-27F9-81B9C70DDB2B}"/>
              </a:ext>
            </a:extLst>
          </p:cNvPr>
          <p:cNvSpPr txBox="1"/>
          <p:nvPr/>
        </p:nvSpPr>
        <p:spPr>
          <a:xfrm>
            <a:off x="9189720" y="3633251"/>
            <a:ext cx="2797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Para que agregue elemento en un </a:t>
            </a:r>
          </a:p>
          <a:p>
            <a:r>
              <a:rPr lang="es-MX" sz="1400" dirty="0" err="1"/>
              <a:t>inputField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642311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B19EE8B-01B1-9CB8-2D7B-EE4876CAB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20" y="1032336"/>
            <a:ext cx="7655442" cy="4306186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E32F1D85-2056-E5DA-8B27-DD06097397BE}"/>
              </a:ext>
            </a:extLst>
          </p:cNvPr>
          <p:cNvCxnSpPr>
            <a:cxnSpLocks/>
          </p:cNvCxnSpPr>
          <p:nvPr/>
        </p:nvCxnSpPr>
        <p:spPr>
          <a:xfrm flipH="1" flipV="1">
            <a:off x="4633223" y="3920669"/>
            <a:ext cx="3596377" cy="55989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96D1C9B-FC59-7AC1-1FFD-4A89BB2F5CBE}"/>
              </a:ext>
            </a:extLst>
          </p:cNvPr>
          <p:cNvSpPr txBox="1"/>
          <p:nvPr/>
        </p:nvSpPr>
        <p:spPr>
          <a:xfrm>
            <a:off x="8343900" y="4472940"/>
            <a:ext cx="3790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/>
              <a:t>Aquí esta un </a:t>
            </a:r>
            <a:r>
              <a:rPr lang="es-MX" sz="1600" dirty="0" err="1"/>
              <a:t>gets</a:t>
            </a:r>
            <a:r>
              <a:rPr lang="es-MX" sz="1600" dirty="0"/>
              <a:t> es para obtener el texto</a:t>
            </a:r>
            <a:endParaRPr lang="es-ES" sz="16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4A6380C5-EFCE-3613-10FB-7BC697E19C04}"/>
              </a:ext>
            </a:extLst>
          </p:cNvPr>
          <p:cNvCxnSpPr>
            <a:cxnSpLocks/>
          </p:cNvCxnSpPr>
          <p:nvPr/>
        </p:nvCxnSpPr>
        <p:spPr>
          <a:xfrm flipH="1" flipV="1">
            <a:off x="4328160" y="2525940"/>
            <a:ext cx="3901440" cy="14868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2323032-EC9D-0B1A-A17F-0C4817CE24BF}"/>
              </a:ext>
            </a:extLst>
          </p:cNvPr>
          <p:cNvSpPr txBox="1"/>
          <p:nvPr/>
        </p:nvSpPr>
        <p:spPr>
          <a:xfrm>
            <a:off x="8420100" y="2743200"/>
            <a:ext cx="3537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/>
              <a:t>Aquí esta el código mandado el menú </a:t>
            </a:r>
          </a:p>
          <a:p>
            <a:r>
              <a:rPr lang="es-MX" sz="1600" dirty="0"/>
              <a:t>Y la estructura del panel 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806527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F6D8AC9-6051-73C3-CA2E-E68E482FF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2" y="1552353"/>
            <a:ext cx="6672521" cy="3753293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9033CCEC-71BC-DBB6-E2D6-95CB5B482B3E}"/>
              </a:ext>
            </a:extLst>
          </p:cNvPr>
          <p:cNvCxnSpPr>
            <a:cxnSpLocks/>
          </p:cNvCxnSpPr>
          <p:nvPr/>
        </p:nvCxnSpPr>
        <p:spPr>
          <a:xfrm flipH="1" flipV="1">
            <a:off x="3497580" y="2571660"/>
            <a:ext cx="3901440" cy="14868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1DCF0D-00F4-4C14-AF24-4E2A333C4B74}"/>
              </a:ext>
            </a:extLst>
          </p:cNvPr>
          <p:cNvSpPr txBox="1"/>
          <p:nvPr/>
        </p:nvSpPr>
        <p:spPr>
          <a:xfrm>
            <a:off x="7703820" y="2735580"/>
            <a:ext cx="4499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Aquí este código indica que pare el método </a:t>
            </a:r>
            <a:endParaRPr lang="es-ES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0908A615-D3E4-CDD0-1A37-21D08C6B1ACC}"/>
              </a:ext>
            </a:extLst>
          </p:cNvPr>
          <p:cNvCxnSpPr>
            <a:cxnSpLocks/>
          </p:cNvCxnSpPr>
          <p:nvPr/>
        </p:nvCxnSpPr>
        <p:spPr>
          <a:xfrm flipH="1" flipV="1">
            <a:off x="3360420" y="3428999"/>
            <a:ext cx="3924300" cy="2042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8A2F1BC-0DCB-04BC-69CA-D2DCCDDE4559}"/>
              </a:ext>
            </a:extLst>
          </p:cNvPr>
          <p:cNvSpPr txBox="1"/>
          <p:nvPr/>
        </p:nvSpPr>
        <p:spPr>
          <a:xfrm>
            <a:off x="7437120" y="3633216"/>
            <a:ext cx="2921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Estructura de pila  con el case para </a:t>
            </a:r>
          </a:p>
          <a:p>
            <a:r>
              <a:rPr lang="es-MX" sz="1400" dirty="0"/>
              <a:t>Evaluar la ejecución 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522267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99B941-0116-2FE2-917D-91B370911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2112"/>
            <a:ext cx="7474688" cy="4204512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5425B84A-987C-D997-F110-4BCDBFDD7169}"/>
              </a:ext>
            </a:extLst>
          </p:cNvPr>
          <p:cNvCxnSpPr>
            <a:cxnSpLocks/>
          </p:cNvCxnSpPr>
          <p:nvPr/>
        </p:nvCxnSpPr>
        <p:spPr>
          <a:xfrm flipH="1">
            <a:off x="4556760" y="2750820"/>
            <a:ext cx="3741420" cy="30852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8178EE9B-7A11-B381-1537-A8E2F4C0ECCC}"/>
              </a:ext>
            </a:extLst>
          </p:cNvPr>
          <p:cNvSpPr txBox="1"/>
          <p:nvPr/>
        </p:nvSpPr>
        <p:spPr>
          <a:xfrm>
            <a:off x="8412480" y="2651760"/>
            <a:ext cx="3552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Este código es la ejecución es la estructura </a:t>
            </a:r>
          </a:p>
          <a:p>
            <a:r>
              <a:rPr lang="es-MX" sz="1400" dirty="0"/>
              <a:t>de lista </a:t>
            </a:r>
            <a:endParaRPr lang="es-ES" sz="14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C437155-3825-F22E-4664-B52B56410FE6}"/>
              </a:ext>
            </a:extLst>
          </p:cNvPr>
          <p:cNvCxnSpPr>
            <a:cxnSpLocks/>
          </p:cNvCxnSpPr>
          <p:nvPr/>
        </p:nvCxnSpPr>
        <p:spPr>
          <a:xfrm flipH="1" flipV="1">
            <a:off x="3984994" y="4163642"/>
            <a:ext cx="3901440" cy="14868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52FA8A8-E7F7-82D3-3F8B-6A608690713A}"/>
              </a:ext>
            </a:extLst>
          </p:cNvPr>
          <p:cNvSpPr txBox="1"/>
          <p:nvPr/>
        </p:nvSpPr>
        <p:spPr>
          <a:xfrm>
            <a:off x="8069580" y="4351020"/>
            <a:ext cx="421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Aquí la es la limpieza de entrada de texto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7529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A57F57-A9CB-8417-6321-A00C2EB63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599"/>
            <a:ext cx="8033488" cy="4518837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1C941B9A-2167-39E2-4E53-5FF9B52AD468}"/>
              </a:ext>
            </a:extLst>
          </p:cNvPr>
          <p:cNvCxnSpPr>
            <a:cxnSpLocks/>
          </p:cNvCxnSpPr>
          <p:nvPr/>
        </p:nvCxnSpPr>
        <p:spPr>
          <a:xfrm flipH="1">
            <a:off x="4853940" y="2194560"/>
            <a:ext cx="3771900" cy="153923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63E3C-6BD1-3C4D-2214-2935F876BC37}"/>
              </a:ext>
            </a:extLst>
          </p:cNvPr>
          <p:cNvSpPr txBox="1"/>
          <p:nvPr/>
        </p:nvSpPr>
        <p:spPr>
          <a:xfrm>
            <a:off x="8778240" y="2042160"/>
            <a:ext cx="3263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El código  esta dando un mensaje de la </a:t>
            </a:r>
          </a:p>
          <a:p>
            <a:r>
              <a:rPr lang="es-MX" sz="1400" dirty="0"/>
              <a:t>pila vacía cuando no se ingresa un dato </a:t>
            </a:r>
            <a:endParaRPr lang="es-ES" sz="14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B525337-A48B-487A-A623-1184D26DA4E0}"/>
              </a:ext>
            </a:extLst>
          </p:cNvPr>
          <p:cNvCxnSpPr>
            <a:cxnSpLocks/>
          </p:cNvCxnSpPr>
          <p:nvPr/>
        </p:nvCxnSpPr>
        <p:spPr>
          <a:xfrm flipH="1">
            <a:off x="4556760" y="3733797"/>
            <a:ext cx="4221480" cy="746763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1694F3-A2B6-EFB4-89BC-31B181F18ECB}"/>
              </a:ext>
            </a:extLst>
          </p:cNvPr>
          <p:cNvSpPr txBox="1"/>
          <p:nvPr/>
        </p:nvSpPr>
        <p:spPr>
          <a:xfrm>
            <a:off x="8945880" y="3649980"/>
            <a:ext cx="16267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ya se detiene 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4256561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61C18D-022F-FC94-2F52-9372E2620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24" y="1371600"/>
            <a:ext cx="7315200" cy="4114800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A8FC4CE3-315B-08D7-3E87-4EBB7E31E244}"/>
              </a:ext>
            </a:extLst>
          </p:cNvPr>
          <p:cNvCxnSpPr>
            <a:cxnSpLocks/>
          </p:cNvCxnSpPr>
          <p:nvPr/>
        </p:nvCxnSpPr>
        <p:spPr>
          <a:xfrm flipH="1">
            <a:off x="4892040" y="2293620"/>
            <a:ext cx="3512820" cy="113538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DD3713E9-CC40-1224-74AD-1000E9831765}"/>
              </a:ext>
            </a:extLst>
          </p:cNvPr>
          <p:cNvSpPr txBox="1"/>
          <p:nvPr/>
        </p:nvSpPr>
        <p:spPr>
          <a:xfrm>
            <a:off x="8618220" y="2286000"/>
            <a:ext cx="37377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 igual el código pero en cola cuando</a:t>
            </a:r>
          </a:p>
          <a:p>
            <a:r>
              <a:rPr lang="es-MX" sz="1400" dirty="0"/>
              <a:t>No Ingresamos nada nos muestra un mensaje </a:t>
            </a:r>
          </a:p>
          <a:p>
            <a:r>
              <a:rPr lang="es-MX" sz="1400" dirty="0"/>
              <a:t>Que esta vacío o error 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35520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E51492-B5BD-6F34-81C9-D1DD10494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4233"/>
            <a:ext cx="8016949" cy="4509534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47010DF7-315F-B870-DF59-4EE3A5BD6E5C}"/>
              </a:ext>
            </a:extLst>
          </p:cNvPr>
          <p:cNvCxnSpPr>
            <a:cxnSpLocks/>
          </p:cNvCxnSpPr>
          <p:nvPr/>
        </p:nvCxnSpPr>
        <p:spPr>
          <a:xfrm flipH="1">
            <a:off x="4998720" y="2484120"/>
            <a:ext cx="3322320" cy="116958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BCD8E32-9C0B-6A6A-D668-04BC12484634}"/>
              </a:ext>
            </a:extLst>
          </p:cNvPr>
          <p:cNvSpPr txBox="1"/>
          <p:nvPr/>
        </p:nvSpPr>
        <p:spPr>
          <a:xfrm>
            <a:off x="8458200" y="2316480"/>
            <a:ext cx="3538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Este código es de lista cuando un elemento</a:t>
            </a:r>
          </a:p>
          <a:p>
            <a:r>
              <a:rPr lang="es-MX" sz="1400" dirty="0"/>
              <a:t>Podemos seleccionar  un elemento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78695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CF84C0-61D6-3566-3565-170654CEE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23" y="1329734"/>
            <a:ext cx="7729870" cy="4348052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C8881832-CAD9-F6DB-943B-66CD9D16E416}"/>
              </a:ext>
            </a:extLst>
          </p:cNvPr>
          <p:cNvCxnSpPr>
            <a:cxnSpLocks/>
          </p:cNvCxnSpPr>
          <p:nvPr/>
        </p:nvCxnSpPr>
        <p:spPr>
          <a:xfrm flipH="1">
            <a:off x="4003158" y="1603772"/>
            <a:ext cx="4287402" cy="112790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E4C46E5D-A2FC-4CD0-63C8-D9505152C205}"/>
              </a:ext>
            </a:extLst>
          </p:cNvPr>
          <p:cNvSpPr txBox="1"/>
          <p:nvPr/>
        </p:nvSpPr>
        <p:spPr>
          <a:xfrm>
            <a:off x="8420100" y="1234440"/>
            <a:ext cx="25476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esta dando el código que </a:t>
            </a:r>
          </a:p>
          <a:p>
            <a:r>
              <a:rPr lang="es-MX" sz="1400" dirty="0"/>
              <a:t>Remueve elementos el </a:t>
            </a:r>
          </a:p>
          <a:p>
            <a:r>
              <a:rPr lang="es-MX" sz="1400" dirty="0"/>
              <a:t>Seleccionado de la estructura 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817421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69922D-8D52-DBEB-79A4-022D1EEA8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6" y="1401504"/>
            <a:ext cx="7208874" cy="4054992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5545863D-9299-1FB0-2022-EBC13F275B86}"/>
              </a:ext>
            </a:extLst>
          </p:cNvPr>
          <p:cNvCxnSpPr>
            <a:cxnSpLocks/>
          </p:cNvCxnSpPr>
          <p:nvPr/>
        </p:nvCxnSpPr>
        <p:spPr>
          <a:xfrm flipH="1">
            <a:off x="4297680" y="2583180"/>
            <a:ext cx="3558540" cy="61332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3354D91E-B492-2E6B-04F8-25AF11729AF1}"/>
              </a:ext>
            </a:extLst>
          </p:cNvPr>
          <p:cNvSpPr txBox="1"/>
          <p:nvPr/>
        </p:nvSpPr>
        <p:spPr>
          <a:xfrm>
            <a:off x="7932420" y="2366620"/>
            <a:ext cx="364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esta  los 3 códigos por separado que es </a:t>
            </a:r>
          </a:p>
          <a:p>
            <a:r>
              <a:rPr lang="es-MX" sz="1400" dirty="0"/>
              <a:t>Lista , colas y pilas </a:t>
            </a:r>
            <a:endParaRPr lang="es-ES" sz="14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6178EBF-0494-0D57-DED5-080147D9C284}"/>
              </a:ext>
            </a:extLst>
          </p:cNvPr>
          <p:cNvCxnSpPr>
            <a:cxnSpLocks/>
          </p:cNvCxnSpPr>
          <p:nvPr/>
        </p:nvCxnSpPr>
        <p:spPr>
          <a:xfrm flipH="1" flipV="1">
            <a:off x="4777740" y="2110740"/>
            <a:ext cx="3078480" cy="47244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744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943130F-01A7-6CF2-8876-8C010B44C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9" y="1520456"/>
            <a:ext cx="6483497" cy="364696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129FFC0-1611-77C6-B4DA-D7ED88194B06}"/>
              </a:ext>
            </a:extLst>
          </p:cNvPr>
          <p:cNvSpPr txBox="1"/>
          <p:nvPr/>
        </p:nvSpPr>
        <p:spPr>
          <a:xfrm>
            <a:off x="7932420" y="2567940"/>
            <a:ext cx="4107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Cada de estos códigos están evaluando las clases </a:t>
            </a:r>
          </a:p>
          <a:p>
            <a:r>
              <a:rPr lang="es-MX" sz="1400" dirty="0"/>
              <a:t>De la carpeta </a:t>
            </a:r>
            <a:endParaRPr lang="es-ES" sz="14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8A4BBF84-9EF0-C6AF-1B82-05E23F0271C3}"/>
              </a:ext>
            </a:extLst>
          </p:cNvPr>
          <p:cNvCxnSpPr>
            <a:cxnSpLocks/>
          </p:cNvCxnSpPr>
          <p:nvPr/>
        </p:nvCxnSpPr>
        <p:spPr>
          <a:xfrm flipH="1">
            <a:off x="1645920" y="2727960"/>
            <a:ext cx="6172200" cy="28886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4198EF5-2114-7BA4-DA31-135F85CDCB31}"/>
              </a:ext>
            </a:extLst>
          </p:cNvPr>
          <p:cNvCxnSpPr>
            <a:cxnSpLocks/>
          </p:cNvCxnSpPr>
          <p:nvPr/>
        </p:nvCxnSpPr>
        <p:spPr>
          <a:xfrm flipH="1">
            <a:off x="4259580" y="2727960"/>
            <a:ext cx="3482340" cy="467299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256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1B4767F-2D25-ECC0-5F7D-E94216BEB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576"/>
            <a:ext cx="6540204" cy="3678865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A63F5B40-57EB-AB0B-10DC-AF77D43A7E71}"/>
              </a:ext>
            </a:extLst>
          </p:cNvPr>
          <p:cNvCxnSpPr>
            <a:cxnSpLocks/>
          </p:cNvCxnSpPr>
          <p:nvPr/>
        </p:nvCxnSpPr>
        <p:spPr>
          <a:xfrm flipH="1">
            <a:off x="3733800" y="2392680"/>
            <a:ext cx="3779520" cy="88764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36FA28D8-3900-6694-D98A-4A52E9BF0025}"/>
              </a:ext>
            </a:extLst>
          </p:cNvPr>
          <p:cNvSpPr txBox="1"/>
          <p:nvPr/>
        </p:nvSpPr>
        <p:spPr>
          <a:xfrm>
            <a:off x="7856220" y="2377440"/>
            <a:ext cx="3576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 la estructuras visibles o de </a:t>
            </a:r>
            <a:r>
              <a:rPr lang="es-MX" sz="1400" dirty="0" err="1"/>
              <a:t>mesajes</a:t>
            </a:r>
            <a:r>
              <a:rPr lang="es-MX" sz="1400" dirty="0"/>
              <a:t> 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224658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D8D47C-271D-C4BF-859A-4130EF371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6" y="1275906"/>
            <a:ext cx="6464595" cy="3636335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5C75F8BD-36B7-BC14-21DD-07299BDA52A7}"/>
              </a:ext>
            </a:extLst>
          </p:cNvPr>
          <p:cNvCxnSpPr>
            <a:cxnSpLocks/>
          </p:cNvCxnSpPr>
          <p:nvPr/>
        </p:nvCxnSpPr>
        <p:spPr>
          <a:xfrm flipH="1">
            <a:off x="3954780" y="2042160"/>
            <a:ext cx="3802380" cy="5672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BC2F3A8A-8AD8-CB3F-4781-87EA11E1BF3D}"/>
              </a:ext>
            </a:extLst>
          </p:cNvPr>
          <p:cNvSpPr txBox="1"/>
          <p:nvPr/>
        </p:nvSpPr>
        <p:spPr>
          <a:xfrm>
            <a:off x="7970520" y="1958340"/>
            <a:ext cx="4136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ya mandamos a poner una alerta o </a:t>
            </a:r>
          </a:p>
          <a:p>
            <a:r>
              <a:rPr lang="es-MX" sz="1400" dirty="0"/>
              <a:t>Advertencia si no agrega un texto o no escribe nada </a:t>
            </a:r>
            <a:endParaRPr lang="es-ES" sz="14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25F6ACE-3F54-55BC-259C-17669EBBEB80}"/>
              </a:ext>
            </a:extLst>
          </p:cNvPr>
          <p:cNvCxnSpPr>
            <a:cxnSpLocks/>
          </p:cNvCxnSpPr>
          <p:nvPr/>
        </p:nvCxnSpPr>
        <p:spPr>
          <a:xfrm flipH="1" flipV="1">
            <a:off x="3535680" y="2135218"/>
            <a:ext cx="4122420" cy="1917710"/>
          </a:xfrm>
          <a:prstGeom prst="straightConnector1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6516C7E-B226-D764-003F-5B2CA260F72F}"/>
              </a:ext>
            </a:extLst>
          </p:cNvPr>
          <p:cNvSpPr txBox="1"/>
          <p:nvPr/>
        </p:nvSpPr>
        <p:spPr>
          <a:xfrm>
            <a:off x="7785789" y="3944462"/>
            <a:ext cx="3927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 aquí es el mensaje de nos va a salir de </a:t>
            </a:r>
            <a:r>
              <a:rPr lang="es-MX" sz="1400" dirty="0" err="1"/>
              <a:t>displey</a:t>
            </a:r>
            <a:r>
              <a:rPr lang="es-MX" sz="1400" dirty="0"/>
              <a:t> de la alerta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482049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87CDC9-C6FC-A829-2768-276551131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70" y="1354237"/>
            <a:ext cx="6697883" cy="3767559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E928AE78-AF9B-C4AF-7CA8-FA5A6FA5E66F}"/>
              </a:ext>
            </a:extLst>
          </p:cNvPr>
          <p:cNvCxnSpPr>
            <a:cxnSpLocks/>
          </p:cNvCxnSpPr>
          <p:nvPr/>
        </p:nvCxnSpPr>
        <p:spPr>
          <a:xfrm flipH="1">
            <a:off x="4183380" y="1584960"/>
            <a:ext cx="3337560" cy="6629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5F05C40-553B-DABD-135A-C1ACC37ECE06}"/>
              </a:ext>
            </a:extLst>
          </p:cNvPr>
          <p:cNvSpPr txBox="1"/>
          <p:nvPr/>
        </p:nvSpPr>
        <p:spPr>
          <a:xfrm>
            <a:off x="7719060" y="1539240"/>
            <a:ext cx="3839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Son las importaciones de la clase que vamos a </a:t>
            </a:r>
          </a:p>
          <a:p>
            <a:r>
              <a:rPr lang="es-MX" sz="1400" dirty="0"/>
              <a:t>Declarar de lista</a:t>
            </a:r>
            <a:endParaRPr lang="es-ES" sz="14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1FB4ACD-7C7D-CB03-CE92-3453D7E5AF5B}"/>
              </a:ext>
            </a:extLst>
          </p:cNvPr>
          <p:cNvCxnSpPr>
            <a:cxnSpLocks/>
          </p:cNvCxnSpPr>
          <p:nvPr/>
        </p:nvCxnSpPr>
        <p:spPr>
          <a:xfrm flipH="1">
            <a:off x="3749040" y="3581400"/>
            <a:ext cx="3863340" cy="830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E69FD950-EE09-85D8-8216-FF49A3728D2D}"/>
              </a:ext>
            </a:extLst>
          </p:cNvPr>
          <p:cNvSpPr txBox="1"/>
          <p:nvPr/>
        </p:nvSpPr>
        <p:spPr>
          <a:xfrm>
            <a:off x="7863840" y="3429000"/>
            <a:ext cx="39406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también hice unas estructura si la lista va a </a:t>
            </a:r>
          </a:p>
          <a:p>
            <a:r>
              <a:rPr lang="es-MX" sz="1400" dirty="0"/>
              <a:t>Cumplir esa condición o no para validar el </a:t>
            </a:r>
          </a:p>
          <a:p>
            <a:r>
              <a:rPr lang="es-MX" sz="1400" dirty="0"/>
              <a:t>Proceso </a:t>
            </a:r>
            <a:endParaRPr lang="es-ES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73281AE-EED1-AD78-6043-31FDF696285E}"/>
              </a:ext>
            </a:extLst>
          </p:cNvPr>
          <p:cNvSpPr txBox="1"/>
          <p:nvPr/>
        </p:nvSpPr>
        <p:spPr>
          <a:xfrm>
            <a:off x="2539469" y="644420"/>
            <a:ext cx="7612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Lista: es que podemos  </a:t>
            </a:r>
            <a:r>
              <a:rPr lang="es-MX" sz="1400" dirty="0" err="1"/>
              <a:t>desapilar</a:t>
            </a:r>
            <a:r>
              <a:rPr lang="es-MX" sz="1400" dirty="0"/>
              <a:t>  no importe el orden donde este poque podemos seleccionarlo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804515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9B7C0E-0ADC-C4E8-2E25-93EF482DB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4069"/>
            <a:ext cx="6643868" cy="3737176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8976AB1-78AF-E026-E21A-B2C9FD059829}"/>
              </a:ext>
            </a:extLst>
          </p:cNvPr>
          <p:cNvCxnSpPr>
            <a:cxnSpLocks/>
          </p:cNvCxnSpPr>
          <p:nvPr/>
        </p:nvCxnSpPr>
        <p:spPr>
          <a:xfrm flipH="1">
            <a:off x="3733800" y="2110740"/>
            <a:ext cx="3954780" cy="998219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EF2115B4-690B-49E4-5149-C25CB50E1940}"/>
              </a:ext>
            </a:extLst>
          </p:cNvPr>
          <p:cNvSpPr txBox="1"/>
          <p:nvPr/>
        </p:nvSpPr>
        <p:spPr>
          <a:xfrm>
            <a:off x="7932420" y="1684020"/>
            <a:ext cx="40872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estamos validando los procesos de la lista</a:t>
            </a:r>
          </a:p>
          <a:p>
            <a:r>
              <a:rPr lang="es-MX" sz="1400" dirty="0"/>
              <a:t>Y lo que va Aser en su funcionamiento y esa </a:t>
            </a:r>
          </a:p>
          <a:p>
            <a:r>
              <a:rPr lang="es-MX" sz="1400" dirty="0"/>
              <a:t>Condición se cumple en el controlador, de limpiar</a:t>
            </a:r>
          </a:p>
          <a:p>
            <a:r>
              <a:rPr lang="es-MX" sz="1400" dirty="0"/>
              <a:t>La interfaz con un botón   </a:t>
            </a:r>
          </a:p>
        </p:txBody>
      </p:sp>
    </p:spTree>
    <p:extLst>
      <p:ext uri="{BB962C8B-B14F-4D97-AF65-F5344CB8AC3E}">
        <p14:creationId xmlns:p14="http://schemas.microsoft.com/office/powerpoint/2010/main" val="224933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3DAFB5-13FB-8ECD-0B73-236C41F40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839"/>
            <a:ext cx="6261904" cy="3522321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A2B2EB08-2A87-2D90-1EF1-4092F6C45929}"/>
              </a:ext>
            </a:extLst>
          </p:cNvPr>
          <p:cNvCxnSpPr>
            <a:cxnSpLocks/>
          </p:cNvCxnSpPr>
          <p:nvPr/>
        </p:nvCxnSpPr>
        <p:spPr>
          <a:xfrm flipH="1">
            <a:off x="3901440" y="1432560"/>
            <a:ext cx="3893820" cy="1333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0980AA5-ADF0-ADF8-035F-63D7E8720ADE}"/>
              </a:ext>
            </a:extLst>
          </p:cNvPr>
          <p:cNvSpPr txBox="1"/>
          <p:nvPr/>
        </p:nvSpPr>
        <p:spPr>
          <a:xfrm>
            <a:off x="8008620" y="1386840"/>
            <a:ext cx="3918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ya estamos dando lo que va </a:t>
            </a:r>
            <a:r>
              <a:rPr lang="es-MX" sz="1400" dirty="0" err="1"/>
              <a:t>aser</a:t>
            </a:r>
            <a:r>
              <a:rPr lang="es-MX" sz="1400" dirty="0"/>
              <a:t> la cola en </a:t>
            </a:r>
          </a:p>
          <a:p>
            <a:r>
              <a:rPr lang="es-MX" sz="1400" dirty="0"/>
              <a:t>Su estructura de la clase </a:t>
            </a:r>
            <a:endParaRPr lang="es-ES" sz="14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F87DB0B-64BE-EFDA-B1B7-055BE2FD52CF}"/>
              </a:ext>
            </a:extLst>
          </p:cNvPr>
          <p:cNvCxnSpPr>
            <a:cxnSpLocks/>
          </p:cNvCxnSpPr>
          <p:nvPr/>
        </p:nvCxnSpPr>
        <p:spPr>
          <a:xfrm flipH="1" flipV="1">
            <a:off x="3130952" y="2766059"/>
            <a:ext cx="3749908" cy="76200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9C91961-EA07-FDA8-BD78-31189BD154C7}"/>
              </a:ext>
            </a:extLst>
          </p:cNvPr>
          <p:cNvSpPr txBox="1"/>
          <p:nvPr/>
        </p:nvSpPr>
        <p:spPr>
          <a:xfrm>
            <a:off x="7185660" y="3558540"/>
            <a:ext cx="2579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Importación del código de cola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041741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770538-C75F-9D5F-9EF3-D8F4CBD2B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1007"/>
            <a:ext cx="6368649" cy="3582365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FD804096-858D-D1DB-9329-459B7318D9C6}"/>
              </a:ext>
            </a:extLst>
          </p:cNvPr>
          <p:cNvCxnSpPr>
            <a:cxnSpLocks/>
          </p:cNvCxnSpPr>
          <p:nvPr/>
        </p:nvCxnSpPr>
        <p:spPr>
          <a:xfrm flipH="1">
            <a:off x="3855720" y="1607820"/>
            <a:ext cx="3893820" cy="1333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1AEADFC-5A6F-BC1E-74C7-A26A344C4F69}"/>
              </a:ext>
            </a:extLst>
          </p:cNvPr>
          <p:cNvSpPr txBox="1"/>
          <p:nvPr/>
        </p:nvSpPr>
        <p:spPr>
          <a:xfrm>
            <a:off x="7901940" y="1423154"/>
            <a:ext cx="4187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es,  eliminar el elemento de la cola o </a:t>
            </a:r>
            <a:r>
              <a:rPr lang="es-MX" sz="1400" dirty="0" err="1"/>
              <a:t>desapilar</a:t>
            </a:r>
            <a:r>
              <a:rPr lang="es-MX" sz="1400" dirty="0"/>
              <a:t> </a:t>
            </a:r>
            <a:endParaRPr lang="es-ES" sz="1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8E45A9-1642-E84E-9277-22CAB0EBE0B4}"/>
              </a:ext>
            </a:extLst>
          </p:cNvPr>
          <p:cNvSpPr txBox="1"/>
          <p:nvPr/>
        </p:nvSpPr>
        <p:spPr>
          <a:xfrm>
            <a:off x="8054340" y="2339340"/>
            <a:ext cx="38144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Son mas que nada los botones que están en la </a:t>
            </a:r>
          </a:p>
          <a:p>
            <a:r>
              <a:rPr lang="es-MX" sz="1400" dirty="0"/>
              <a:t>Carpeta </a:t>
            </a:r>
            <a:r>
              <a:rPr lang="es-MX" sz="1400" dirty="0" err="1"/>
              <a:t>controller</a:t>
            </a:r>
            <a:r>
              <a:rPr lang="es-MX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5848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160A54-F18F-5CA3-A158-9F33A6013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1957568"/>
            <a:ext cx="5231757" cy="2942863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E2383E11-F9DF-9F9C-4EE2-6352C485C154}"/>
              </a:ext>
            </a:extLst>
          </p:cNvPr>
          <p:cNvCxnSpPr>
            <a:cxnSpLocks/>
          </p:cNvCxnSpPr>
          <p:nvPr/>
        </p:nvCxnSpPr>
        <p:spPr>
          <a:xfrm flipH="1">
            <a:off x="4076700" y="2354580"/>
            <a:ext cx="3009900" cy="3352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A283355-C443-1459-8E7E-0B5DD7AEECF6}"/>
              </a:ext>
            </a:extLst>
          </p:cNvPr>
          <p:cNvSpPr txBox="1"/>
          <p:nvPr/>
        </p:nvSpPr>
        <p:spPr>
          <a:xfrm>
            <a:off x="6892411" y="2106720"/>
            <a:ext cx="51298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/>
              <a:t>Aquí es el código de la pila y sus importaciones </a:t>
            </a:r>
          </a:p>
          <a:p>
            <a:r>
              <a:rPr lang="es-MX" sz="1600" dirty="0"/>
              <a:t>Donde se va en su </a:t>
            </a:r>
            <a:r>
              <a:rPr lang="es-MX" sz="1600" dirty="0" err="1"/>
              <a:t>cotrollador</a:t>
            </a:r>
            <a:r>
              <a:rPr lang="es-MX" sz="1600" dirty="0"/>
              <a:t>, de su funcionamiento de </a:t>
            </a:r>
          </a:p>
          <a:p>
            <a:r>
              <a:rPr lang="es-MX" sz="1600" dirty="0"/>
              <a:t>La interfaz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551810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32F37D-A6FB-6721-2683-3C3B65537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1802"/>
            <a:ext cx="6533266" cy="3674962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386794CB-8903-2B6B-C67C-14D7566B258F}"/>
              </a:ext>
            </a:extLst>
          </p:cNvPr>
          <p:cNvCxnSpPr>
            <a:cxnSpLocks/>
          </p:cNvCxnSpPr>
          <p:nvPr/>
        </p:nvCxnSpPr>
        <p:spPr>
          <a:xfrm flipH="1">
            <a:off x="3528060" y="1981200"/>
            <a:ext cx="3893820" cy="3505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353A634-E1A5-72E7-664E-E07F04567393}"/>
              </a:ext>
            </a:extLst>
          </p:cNvPr>
          <p:cNvCxnSpPr>
            <a:cxnSpLocks/>
          </p:cNvCxnSpPr>
          <p:nvPr/>
        </p:nvCxnSpPr>
        <p:spPr>
          <a:xfrm flipH="1">
            <a:off x="4000500" y="1981200"/>
            <a:ext cx="3421380" cy="1600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5E25FAF3-A599-FBA7-DEC7-5EA7E86305F8}"/>
              </a:ext>
            </a:extLst>
          </p:cNvPr>
          <p:cNvSpPr txBox="1"/>
          <p:nvPr/>
        </p:nvSpPr>
        <p:spPr>
          <a:xfrm>
            <a:off x="7559040" y="2004060"/>
            <a:ext cx="4127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remueve el texto ya escrito de la pila y su ciclo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529404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9BC05F8-DBC4-CE4F-2F08-8CA016822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0861"/>
            <a:ext cx="6215605" cy="3496278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4E1737C8-885E-2CCD-073A-6BFB664C62F2}"/>
              </a:ext>
            </a:extLst>
          </p:cNvPr>
          <p:cNvCxnSpPr>
            <a:cxnSpLocks/>
          </p:cNvCxnSpPr>
          <p:nvPr/>
        </p:nvCxnSpPr>
        <p:spPr>
          <a:xfrm flipH="1">
            <a:off x="4472940" y="2331720"/>
            <a:ext cx="3406140" cy="4648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E335D22-46D2-1F7C-D0AD-DA0D8DF0BFB8}"/>
              </a:ext>
            </a:extLst>
          </p:cNvPr>
          <p:cNvCxnSpPr>
            <a:cxnSpLocks/>
          </p:cNvCxnSpPr>
          <p:nvPr/>
        </p:nvCxnSpPr>
        <p:spPr>
          <a:xfrm flipH="1" flipV="1">
            <a:off x="4389120" y="3240078"/>
            <a:ext cx="3162300" cy="14935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C9BD9C2-B900-E3F3-3598-F0645B5330DF}"/>
              </a:ext>
            </a:extLst>
          </p:cNvPr>
          <p:cNvSpPr txBox="1"/>
          <p:nvPr/>
        </p:nvSpPr>
        <p:spPr>
          <a:xfrm>
            <a:off x="8145780" y="2232660"/>
            <a:ext cx="3738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 el tamaño de la ventana del programa </a:t>
            </a:r>
            <a:endParaRPr lang="es-ES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DFF063-E1F2-5653-2C84-39A675C8A138}"/>
              </a:ext>
            </a:extLst>
          </p:cNvPr>
          <p:cNvSpPr txBox="1"/>
          <p:nvPr/>
        </p:nvSpPr>
        <p:spPr>
          <a:xfrm>
            <a:off x="7719060" y="4785360"/>
            <a:ext cx="29023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es el </a:t>
            </a:r>
            <a:r>
              <a:rPr lang="es-MX" sz="1400" dirty="0" err="1"/>
              <a:t>main</a:t>
            </a:r>
            <a:r>
              <a:rPr lang="es-MX" sz="1400" dirty="0"/>
              <a:t> de la aplicación del</a:t>
            </a:r>
          </a:p>
          <a:p>
            <a:r>
              <a:rPr lang="es-MX" sz="1400" dirty="0"/>
              <a:t>Programa  donde se ejecuta el </a:t>
            </a:r>
          </a:p>
          <a:p>
            <a:r>
              <a:rPr lang="es-MX" sz="1400" dirty="0"/>
              <a:t>Programa 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4105640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CC9918-C847-636E-016A-738996091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62" y="1374855"/>
            <a:ext cx="7303625" cy="4108289"/>
          </a:xfrm>
          <a:prstGeom prst="rect">
            <a:avLst/>
          </a:prstGeom>
        </p:spPr>
      </p:pic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57CE5EC7-571C-4FF5-1424-52D49530C8B3}"/>
              </a:ext>
            </a:extLst>
          </p:cNvPr>
          <p:cNvCxnSpPr>
            <a:cxnSpLocks/>
          </p:cNvCxnSpPr>
          <p:nvPr/>
        </p:nvCxnSpPr>
        <p:spPr>
          <a:xfrm flipH="1">
            <a:off x="5097780" y="3124200"/>
            <a:ext cx="3619500" cy="3047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9291D9B-BE57-DB45-B684-1AF71F6A738F}"/>
              </a:ext>
            </a:extLst>
          </p:cNvPr>
          <p:cNvSpPr txBox="1"/>
          <p:nvPr/>
        </p:nvSpPr>
        <p:spPr>
          <a:xfrm>
            <a:off x="8717280" y="2862590"/>
            <a:ext cx="2936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Aquí  es la interfaz de la ventana del</a:t>
            </a:r>
          </a:p>
          <a:p>
            <a:r>
              <a:rPr lang="es-MX" sz="1400" dirty="0"/>
              <a:t>Programa  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891292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F4140C5-65F6-BC98-7578-E1B03B0800B3}"/>
              </a:ext>
            </a:extLst>
          </p:cNvPr>
          <p:cNvSpPr txBox="1"/>
          <p:nvPr/>
        </p:nvSpPr>
        <p:spPr>
          <a:xfrm>
            <a:off x="2791932" y="670365"/>
            <a:ext cx="6097772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00000"/>
              </a:lnSpc>
              <a:buNone/>
            </a:pPr>
            <a:r>
              <a:rPr lang="es-ES" sz="1800" b="1" dirty="0">
                <a:effectLst/>
                <a:latin typeface="+mn-lt"/>
              </a:rPr>
              <a:t>Conclusión</a:t>
            </a:r>
          </a:p>
          <a:p>
            <a:pPr marL="0" marR="0" indent="0" algn="ctr">
              <a:lnSpc>
                <a:spcPct val="100000"/>
              </a:lnSpc>
              <a:buNone/>
            </a:pPr>
            <a:endParaRPr lang="es-ES" sz="1800" b="1" dirty="0">
              <a:effectLst/>
              <a:latin typeface="+mn-lt"/>
            </a:endParaRPr>
          </a:p>
          <a:p>
            <a:r>
              <a:rPr lang="es-ES" dirty="0"/>
              <a:t>El análisis profundo de las estructuras lineales  pilas, colas y listas  demuestra que no son meros conceptos teóricos, sino herramientas indispensables para la arquitectura de software eficiente. Cada estructura posee una naturaleza operativa y de representación en memoria idónea para un propósito específico:  El comportamiento </a:t>
            </a:r>
            <a:r>
              <a:rPr lang="es-ES" b="1" dirty="0"/>
              <a:t>LIFO</a:t>
            </a:r>
            <a:r>
              <a:rPr lang="es-ES" dirty="0"/>
              <a:t> de las pilas resulta insustituible en el rastreo de estados y control de subrutinas.</a:t>
            </a:r>
          </a:p>
          <a:p>
            <a:pPr lvl="0"/>
            <a:r>
              <a:rPr lang="es-ES" dirty="0"/>
              <a:t>El modelo </a:t>
            </a:r>
            <a:r>
              <a:rPr lang="es-ES" b="1" dirty="0"/>
              <a:t>FIFO</a:t>
            </a:r>
            <a:r>
              <a:rPr lang="es-ES" dirty="0"/>
              <a:t> de las colas asegura la equidad en la atención de flujos de datos y procesos.</a:t>
            </a:r>
          </a:p>
          <a:p>
            <a:pPr lvl="0"/>
            <a:r>
              <a:rPr lang="es-ES" dirty="0"/>
              <a:t>La versatilidad de los nodos enlazados en las listas otorga la adaptabilidad dinámica que exige el software actual.</a:t>
            </a:r>
          </a:p>
          <a:p>
            <a:pPr indent="0" algn="just">
              <a:buNone/>
            </a:pPr>
            <a:endParaRPr lang="es-ES" sz="1350" b="0" i="0" dirty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548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2AF7776-EECE-0ED8-EDE7-B4073819D5CE}"/>
              </a:ext>
            </a:extLst>
          </p:cNvPr>
          <p:cNvSpPr txBox="1"/>
          <p:nvPr/>
        </p:nvSpPr>
        <p:spPr>
          <a:xfrm>
            <a:off x="2921296" y="897695"/>
            <a:ext cx="6097772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s-ES" sz="1800" b="1" kern="100" dirty="0">
                <a:solidFill>
                  <a:schemeClr val="tx1"/>
                </a:solidFill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Proporciono el link de mis códigos fuentes que están ubicados en mi repositorio de GitHub.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endParaRPr lang="es-ES" b="1" kern="100" dirty="0"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endParaRPr lang="es-ES" sz="1200" kern="100" dirty="0">
              <a:effectLst/>
              <a:latin typeface="Aptos" panose="020B000402020202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372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925</Words>
  <Application>Microsoft Office PowerPoint</Application>
  <PresentationFormat>Panorámica</PresentationFormat>
  <Paragraphs>112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Yu Mincho</vt:lpstr>
      <vt:lpstr>Aptos</vt:lpstr>
      <vt:lpstr>Aptos Display</vt:lpstr>
      <vt:lpstr>Arial</vt:lpstr>
      <vt:lpstr>roboto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gerardo santizo</dc:creator>
  <cp:lastModifiedBy>gerardo santizo</cp:lastModifiedBy>
  <cp:revision>17</cp:revision>
  <dcterms:created xsi:type="dcterms:W3CDTF">2026-03-15T14:28:55Z</dcterms:created>
  <dcterms:modified xsi:type="dcterms:W3CDTF">2026-10-09T00:19:55Z</dcterms:modified>
</cp:coreProperties>
</file>